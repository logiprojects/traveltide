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63" r:id="rId3"/>
    <p:sldId id="264" r:id="rId4"/>
    <p:sldId id="262" r:id="rId5"/>
    <p:sldId id="266" r:id="rId6"/>
    <p:sldId id="267" r:id="rId7"/>
    <p:sldId id="268" r:id="rId8"/>
    <p:sldId id="269" r:id="rId9"/>
    <p:sldId id="257" r:id="rId10"/>
    <p:sldId id="265" r:id="rId11"/>
    <p:sldId id="258" r:id="rId12"/>
    <p:sldId id="259" r:id="rId13"/>
    <p:sldId id="302" r:id="rId14"/>
    <p:sldId id="274" r:id="rId15"/>
    <p:sldId id="275" r:id="rId16"/>
    <p:sldId id="310" r:id="rId17"/>
    <p:sldId id="278" r:id="rId18"/>
    <p:sldId id="279" r:id="rId19"/>
    <p:sldId id="280" r:id="rId20"/>
    <p:sldId id="281" r:id="rId21"/>
    <p:sldId id="277" r:id="rId22"/>
    <p:sldId id="282" r:id="rId23"/>
    <p:sldId id="303" r:id="rId24"/>
    <p:sldId id="276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304" r:id="rId36"/>
    <p:sldId id="305" r:id="rId37"/>
    <p:sldId id="298" r:id="rId38"/>
    <p:sldId id="299" r:id="rId39"/>
    <p:sldId id="260" r:id="rId40"/>
    <p:sldId id="301" r:id="rId41"/>
    <p:sldId id="306" r:id="rId42"/>
    <p:sldId id="307" r:id="rId43"/>
    <p:sldId id="311" r:id="rId44"/>
    <p:sldId id="308" r:id="rId45"/>
    <p:sldId id="309" r:id="rId46"/>
    <p:sldId id="261" r:id="rId4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Cluster Sizes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 Night Free Hotel With Flight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CC-4322-807C-49C63368F9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Free Checked Bag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1165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CC-4322-807C-49C63368F9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Free Hotel Meal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1088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CC-4322-807C-49C63368F9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Free Cancellation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CC-4322-807C-49C63368F94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Exclusive Discounts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CC-4322-807C-49C63368F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5618799"/>
        <c:axId val="1950126991"/>
      </c:barChart>
      <c:catAx>
        <c:axId val="395618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950126991"/>
        <c:crosses val="autoZero"/>
        <c:auto val="1"/>
        <c:lblAlgn val="ctr"/>
        <c:lblOffset val="100"/>
        <c:noMultiLvlLbl val="0"/>
      </c:catAx>
      <c:valAx>
        <c:axId val="1950126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Number of</a:t>
                </a:r>
                <a:r>
                  <a:rPr lang="en-GB" baseline="0"/>
                  <a:t> Travelers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39561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3F391-7027-46D1-B20D-B97A82C9006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0DFA4-777D-43EB-BCF2-D83EE6990A9A}">
      <dgm:prSet/>
      <dgm:spPr/>
      <dgm:t>
        <a:bodyPr/>
        <a:lstStyle/>
        <a:p>
          <a:r>
            <a:rPr lang="en-US" dirty="0"/>
            <a:t>Free Hotel Meal</a:t>
          </a:r>
        </a:p>
      </dgm:t>
    </dgm:pt>
    <dgm:pt modelId="{44C1058B-1375-4308-836E-8576D420243B}" type="parTrans" cxnId="{E5129143-F40E-439D-A94D-6CC684C640EB}">
      <dgm:prSet/>
      <dgm:spPr/>
      <dgm:t>
        <a:bodyPr/>
        <a:lstStyle/>
        <a:p>
          <a:endParaRPr lang="en-US"/>
        </a:p>
      </dgm:t>
    </dgm:pt>
    <dgm:pt modelId="{6BCE7299-803E-49F9-98D8-662610AF6F09}" type="sibTrans" cxnId="{E5129143-F40E-439D-A94D-6CC684C640EB}">
      <dgm:prSet/>
      <dgm:spPr/>
      <dgm:t>
        <a:bodyPr/>
        <a:lstStyle/>
        <a:p>
          <a:endParaRPr lang="en-US"/>
        </a:p>
      </dgm:t>
    </dgm:pt>
    <dgm:pt modelId="{2BAA40EF-5B1E-4BE9-A484-296AB0EDD9B0}">
      <dgm:prSet/>
      <dgm:spPr/>
      <dgm:t>
        <a:bodyPr/>
        <a:lstStyle/>
        <a:p>
          <a:r>
            <a:rPr lang="en-US" dirty="0"/>
            <a:t>Free Checked Bag</a:t>
          </a:r>
        </a:p>
      </dgm:t>
    </dgm:pt>
    <dgm:pt modelId="{456BE9C9-C581-4084-AABD-0B46327D48F3}" type="parTrans" cxnId="{04FF33BD-B18A-4494-9E8D-3A9DF0FCCC3E}">
      <dgm:prSet/>
      <dgm:spPr/>
      <dgm:t>
        <a:bodyPr/>
        <a:lstStyle/>
        <a:p>
          <a:endParaRPr lang="en-US"/>
        </a:p>
      </dgm:t>
    </dgm:pt>
    <dgm:pt modelId="{E6DD04CF-A2A9-4C4A-99EA-758E84102D2A}" type="sibTrans" cxnId="{04FF33BD-B18A-4494-9E8D-3A9DF0FCCC3E}">
      <dgm:prSet/>
      <dgm:spPr/>
      <dgm:t>
        <a:bodyPr/>
        <a:lstStyle/>
        <a:p>
          <a:endParaRPr lang="en-US"/>
        </a:p>
      </dgm:t>
    </dgm:pt>
    <dgm:pt modelId="{4344098E-39B4-4B63-AFD8-E51F48BCA633}">
      <dgm:prSet/>
      <dgm:spPr/>
      <dgm:t>
        <a:bodyPr/>
        <a:lstStyle/>
        <a:p>
          <a:r>
            <a:rPr lang="en-US" dirty="0"/>
            <a:t>Free Cancellation</a:t>
          </a:r>
        </a:p>
      </dgm:t>
    </dgm:pt>
    <dgm:pt modelId="{89FC6DAA-E862-44BA-B865-522F05545AB7}" type="parTrans" cxnId="{1EEB58BF-CF99-41CA-A964-4981BA6366BD}">
      <dgm:prSet/>
      <dgm:spPr/>
      <dgm:t>
        <a:bodyPr/>
        <a:lstStyle/>
        <a:p>
          <a:endParaRPr lang="en-US"/>
        </a:p>
      </dgm:t>
    </dgm:pt>
    <dgm:pt modelId="{6F7BF784-BFB8-44FF-B9BF-6EBAA600D312}" type="sibTrans" cxnId="{1EEB58BF-CF99-41CA-A964-4981BA6366BD}">
      <dgm:prSet/>
      <dgm:spPr/>
      <dgm:t>
        <a:bodyPr/>
        <a:lstStyle/>
        <a:p>
          <a:endParaRPr lang="en-US"/>
        </a:p>
      </dgm:t>
    </dgm:pt>
    <dgm:pt modelId="{AEF090D5-7246-4C9A-8C07-9F39ED0CD70D}">
      <dgm:prSet/>
      <dgm:spPr/>
      <dgm:t>
        <a:bodyPr/>
        <a:lstStyle/>
        <a:p>
          <a:r>
            <a:rPr lang="en-US" dirty="0"/>
            <a:t>Exclusive Discounts</a:t>
          </a:r>
        </a:p>
      </dgm:t>
    </dgm:pt>
    <dgm:pt modelId="{D2C854E5-98BE-4F06-A190-0C4D7DB57A68}" type="parTrans" cxnId="{B4E732B5-F4B6-4A09-8E81-1D7B00D4A07D}">
      <dgm:prSet/>
      <dgm:spPr/>
      <dgm:t>
        <a:bodyPr/>
        <a:lstStyle/>
        <a:p>
          <a:endParaRPr lang="en-US"/>
        </a:p>
      </dgm:t>
    </dgm:pt>
    <dgm:pt modelId="{2CBC74F9-FB9C-47E3-94D4-1AF351127277}" type="sibTrans" cxnId="{B4E732B5-F4B6-4A09-8E81-1D7B00D4A07D}">
      <dgm:prSet/>
      <dgm:spPr/>
      <dgm:t>
        <a:bodyPr/>
        <a:lstStyle/>
        <a:p>
          <a:endParaRPr lang="en-US"/>
        </a:p>
      </dgm:t>
    </dgm:pt>
    <dgm:pt modelId="{7EF0E96E-2952-49A8-AD8E-535D21A992F2}">
      <dgm:prSet/>
      <dgm:spPr/>
      <dgm:t>
        <a:bodyPr/>
        <a:lstStyle/>
        <a:p>
          <a:r>
            <a:rPr lang="en-US" dirty="0"/>
            <a:t>One Night Free Hotel with Flight</a:t>
          </a:r>
        </a:p>
      </dgm:t>
    </dgm:pt>
    <dgm:pt modelId="{6AE2C107-0710-431D-A4E0-6DDBE890E838}" type="parTrans" cxnId="{88B40BD4-9C75-42CB-A203-24A535A1C75B}">
      <dgm:prSet/>
      <dgm:spPr/>
      <dgm:t>
        <a:bodyPr/>
        <a:lstStyle/>
        <a:p>
          <a:endParaRPr lang="en-US"/>
        </a:p>
      </dgm:t>
    </dgm:pt>
    <dgm:pt modelId="{A8D9941D-C200-4E48-83CC-3F2436D5DDC7}" type="sibTrans" cxnId="{88B40BD4-9C75-42CB-A203-24A535A1C75B}">
      <dgm:prSet/>
      <dgm:spPr/>
      <dgm:t>
        <a:bodyPr/>
        <a:lstStyle/>
        <a:p>
          <a:endParaRPr lang="en-US"/>
        </a:p>
      </dgm:t>
    </dgm:pt>
    <dgm:pt modelId="{D08EAF38-2A2F-4E7A-8797-38742DCBCF9C}" type="pres">
      <dgm:prSet presAssocID="{0C03F391-7027-46D1-B20D-B97A82C90068}" presName="Name0" presStyleCnt="0">
        <dgm:presLayoutVars>
          <dgm:dir/>
          <dgm:animLvl val="lvl"/>
          <dgm:resizeHandles val="exact"/>
        </dgm:presLayoutVars>
      </dgm:prSet>
      <dgm:spPr/>
    </dgm:pt>
    <dgm:pt modelId="{193137F2-99FB-4B0F-B565-DF46A6DD704B}" type="pres">
      <dgm:prSet presAssocID="{0560DFA4-777D-43EB-BCF2-D83EE6990A9A}" presName="linNode" presStyleCnt="0"/>
      <dgm:spPr/>
    </dgm:pt>
    <dgm:pt modelId="{B9751589-5AFD-4C38-981B-56FB934363C9}" type="pres">
      <dgm:prSet presAssocID="{0560DFA4-777D-43EB-BCF2-D83EE6990A9A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46A09D4-90C1-4C22-9F02-991A2F568252}" type="pres">
      <dgm:prSet presAssocID="{6BCE7299-803E-49F9-98D8-662610AF6F09}" presName="sp" presStyleCnt="0"/>
      <dgm:spPr/>
    </dgm:pt>
    <dgm:pt modelId="{6CE20655-09CA-4640-BD46-1F44878469DB}" type="pres">
      <dgm:prSet presAssocID="{2BAA40EF-5B1E-4BE9-A484-296AB0EDD9B0}" presName="linNode" presStyleCnt="0"/>
      <dgm:spPr/>
    </dgm:pt>
    <dgm:pt modelId="{3DB66F8F-D7FB-4243-9B22-A189534F1969}" type="pres">
      <dgm:prSet presAssocID="{2BAA40EF-5B1E-4BE9-A484-296AB0EDD9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EB18C20-E206-4BEF-89C0-AC04455C4228}" type="pres">
      <dgm:prSet presAssocID="{E6DD04CF-A2A9-4C4A-99EA-758E84102D2A}" presName="sp" presStyleCnt="0"/>
      <dgm:spPr/>
    </dgm:pt>
    <dgm:pt modelId="{295A32E8-63B3-404F-A83F-23C98BCCCF70}" type="pres">
      <dgm:prSet presAssocID="{4344098E-39B4-4B63-AFD8-E51F48BCA633}" presName="linNode" presStyleCnt="0"/>
      <dgm:spPr/>
    </dgm:pt>
    <dgm:pt modelId="{CA69E437-8AE5-4000-A4C5-F30AEF15AEAC}" type="pres">
      <dgm:prSet presAssocID="{4344098E-39B4-4B63-AFD8-E51F48BCA633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5EEF59DC-31A2-449A-BA78-FF41631C9361}" type="pres">
      <dgm:prSet presAssocID="{6F7BF784-BFB8-44FF-B9BF-6EBAA600D312}" presName="sp" presStyleCnt="0"/>
      <dgm:spPr/>
    </dgm:pt>
    <dgm:pt modelId="{F5307CF3-A580-4297-9F56-53FEA082875E}" type="pres">
      <dgm:prSet presAssocID="{AEF090D5-7246-4C9A-8C07-9F39ED0CD70D}" presName="linNode" presStyleCnt="0"/>
      <dgm:spPr/>
    </dgm:pt>
    <dgm:pt modelId="{F2CB20FE-FE14-4AB9-9985-26CC8694AB63}" type="pres">
      <dgm:prSet presAssocID="{AEF090D5-7246-4C9A-8C07-9F39ED0CD70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2A4AA80-EB96-4949-9719-B272664C9B8F}" type="pres">
      <dgm:prSet presAssocID="{2CBC74F9-FB9C-47E3-94D4-1AF351127277}" presName="sp" presStyleCnt="0"/>
      <dgm:spPr/>
    </dgm:pt>
    <dgm:pt modelId="{96BD9BFC-1D12-426E-90C9-4AD285ED5CD2}" type="pres">
      <dgm:prSet presAssocID="{7EF0E96E-2952-49A8-AD8E-535D21A992F2}" presName="linNode" presStyleCnt="0"/>
      <dgm:spPr/>
    </dgm:pt>
    <dgm:pt modelId="{66D7CD78-F67F-4BAC-8BC0-7CF131F04FBC}" type="pres">
      <dgm:prSet presAssocID="{7EF0E96E-2952-49A8-AD8E-535D21A992F2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B51BDE0F-7C80-46C5-9373-CCE71B8912A9}" type="presOf" srcId="{2BAA40EF-5B1E-4BE9-A484-296AB0EDD9B0}" destId="{3DB66F8F-D7FB-4243-9B22-A189534F1969}" srcOrd="0" destOrd="0" presId="urn:microsoft.com/office/officeart/2005/8/layout/vList5"/>
    <dgm:cxn modelId="{BFB85911-776F-48FC-BF33-970A68DB53A9}" type="presOf" srcId="{4344098E-39B4-4B63-AFD8-E51F48BCA633}" destId="{CA69E437-8AE5-4000-A4C5-F30AEF15AEAC}" srcOrd="0" destOrd="0" presId="urn:microsoft.com/office/officeart/2005/8/layout/vList5"/>
    <dgm:cxn modelId="{70AB4A1A-6820-4C1B-B9C3-F12B9A53E2B2}" type="presOf" srcId="{0560DFA4-777D-43EB-BCF2-D83EE6990A9A}" destId="{B9751589-5AFD-4C38-981B-56FB934363C9}" srcOrd="0" destOrd="0" presId="urn:microsoft.com/office/officeart/2005/8/layout/vList5"/>
    <dgm:cxn modelId="{E5129143-F40E-439D-A94D-6CC684C640EB}" srcId="{0C03F391-7027-46D1-B20D-B97A82C90068}" destId="{0560DFA4-777D-43EB-BCF2-D83EE6990A9A}" srcOrd="0" destOrd="0" parTransId="{44C1058B-1375-4308-836E-8576D420243B}" sibTransId="{6BCE7299-803E-49F9-98D8-662610AF6F09}"/>
    <dgm:cxn modelId="{BD237196-4AC9-4BBA-BCA5-88B103CF0B6E}" type="presOf" srcId="{0C03F391-7027-46D1-B20D-B97A82C90068}" destId="{D08EAF38-2A2F-4E7A-8797-38742DCBCF9C}" srcOrd="0" destOrd="0" presId="urn:microsoft.com/office/officeart/2005/8/layout/vList5"/>
    <dgm:cxn modelId="{E568EC9F-B643-4E8F-A4C4-AC1D34F84309}" type="presOf" srcId="{AEF090D5-7246-4C9A-8C07-9F39ED0CD70D}" destId="{F2CB20FE-FE14-4AB9-9985-26CC8694AB63}" srcOrd="0" destOrd="0" presId="urn:microsoft.com/office/officeart/2005/8/layout/vList5"/>
    <dgm:cxn modelId="{B4E732B5-F4B6-4A09-8E81-1D7B00D4A07D}" srcId="{0C03F391-7027-46D1-B20D-B97A82C90068}" destId="{AEF090D5-7246-4C9A-8C07-9F39ED0CD70D}" srcOrd="3" destOrd="0" parTransId="{D2C854E5-98BE-4F06-A190-0C4D7DB57A68}" sibTransId="{2CBC74F9-FB9C-47E3-94D4-1AF351127277}"/>
    <dgm:cxn modelId="{04FF33BD-B18A-4494-9E8D-3A9DF0FCCC3E}" srcId="{0C03F391-7027-46D1-B20D-B97A82C90068}" destId="{2BAA40EF-5B1E-4BE9-A484-296AB0EDD9B0}" srcOrd="1" destOrd="0" parTransId="{456BE9C9-C581-4084-AABD-0B46327D48F3}" sibTransId="{E6DD04CF-A2A9-4C4A-99EA-758E84102D2A}"/>
    <dgm:cxn modelId="{1EEB58BF-CF99-41CA-A964-4981BA6366BD}" srcId="{0C03F391-7027-46D1-B20D-B97A82C90068}" destId="{4344098E-39B4-4B63-AFD8-E51F48BCA633}" srcOrd="2" destOrd="0" parTransId="{89FC6DAA-E862-44BA-B865-522F05545AB7}" sibTransId="{6F7BF784-BFB8-44FF-B9BF-6EBAA600D312}"/>
    <dgm:cxn modelId="{88B40BD4-9C75-42CB-A203-24A535A1C75B}" srcId="{0C03F391-7027-46D1-B20D-B97A82C90068}" destId="{7EF0E96E-2952-49A8-AD8E-535D21A992F2}" srcOrd="4" destOrd="0" parTransId="{6AE2C107-0710-431D-A4E0-6DDBE890E838}" sibTransId="{A8D9941D-C200-4E48-83CC-3F2436D5DDC7}"/>
    <dgm:cxn modelId="{98E7D1F4-EDF3-4AC7-8D94-02B9AC5C6CAB}" type="presOf" srcId="{7EF0E96E-2952-49A8-AD8E-535D21A992F2}" destId="{66D7CD78-F67F-4BAC-8BC0-7CF131F04FBC}" srcOrd="0" destOrd="0" presId="urn:microsoft.com/office/officeart/2005/8/layout/vList5"/>
    <dgm:cxn modelId="{71AD8F77-21C2-4735-B7C4-7A3B9542B12E}" type="presParOf" srcId="{D08EAF38-2A2F-4E7A-8797-38742DCBCF9C}" destId="{193137F2-99FB-4B0F-B565-DF46A6DD704B}" srcOrd="0" destOrd="0" presId="urn:microsoft.com/office/officeart/2005/8/layout/vList5"/>
    <dgm:cxn modelId="{5018F732-2D77-4AD1-A3EF-763E357CBC92}" type="presParOf" srcId="{193137F2-99FB-4B0F-B565-DF46A6DD704B}" destId="{B9751589-5AFD-4C38-981B-56FB934363C9}" srcOrd="0" destOrd="0" presId="urn:microsoft.com/office/officeart/2005/8/layout/vList5"/>
    <dgm:cxn modelId="{B88D86CF-3FDE-40EB-B73A-E4514D3F9F06}" type="presParOf" srcId="{D08EAF38-2A2F-4E7A-8797-38742DCBCF9C}" destId="{246A09D4-90C1-4C22-9F02-991A2F568252}" srcOrd="1" destOrd="0" presId="urn:microsoft.com/office/officeart/2005/8/layout/vList5"/>
    <dgm:cxn modelId="{39DE14D0-D0CF-416D-8F01-BB542DB71044}" type="presParOf" srcId="{D08EAF38-2A2F-4E7A-8797-38742DCBCF9C}" destId="{6CE20655-09CA-4640-BD46-1F44878469DB}" srcOrd="2" destOrd="0" presId="urn:microsoft.com/office/officeart/2005/8/layout/vList5"/>
    <dgm:cxn modelId="{31843325-7432-4457-BCCA-2E130BA987B0}" type="presParOf" srcId="{6CE20655-09CA-4640-BD46-1F44878469DB}" destId="{3DB66F8F-D7FB-4243-9B22-A189534F1969}" srcOrd="0" destOrd="0" presId="urn:microsoft.com/office/officeart/2005/8/layout/vList5"/>
    <dgm:cxn modelId="{9E0C4706-2C75-4610-95EC-690FF6D60380}" type="presParOf" srcId="{D08EAF38-2A2F-4E7A-8797-38742DCBCF9C}" destId="{DEB18C20-E206-4BEF-89C0-AC04455C4228}" srcOrd="3" destOrd="0" presId="urn:microsoft.com/office/officeart/2005/8/layout/vList5"/>
    <dgm:cxn modelId="{5BA2ED0A-1552-43E2-A3D1-D21A3FF382CF}" type="presParOf" srcId="{D08EAF38-2A2F-4E7A-8797-38742DCBCF9C}" destId="{295A32E8-63B3-404F-A83F-23C98BCCCF70}" srcOrd="4" destOrd="0" presId="urn:microsoft.com/office/officeart/2005/8/layout/vList5"/>
    <dgm:cxn modelId="{BA9017E5-BEBB-4964-B62B-99B3FF72AFAA}" type="presParOf" srcId="{295A32E8-63B3-404F-A83F-23C98BCCCF70}" destId="{CA69E437-8AE5-4000-A4C5-F30AEF15AEAC}" srcOrd="0" destOrd="0" presId="urn:microsoft.com/office/officeart/2005/8/layout/vList5"/>
    <dgm:cxn modelId="{210895ED-63DF-412F-977E-172C7F9AEAE4}" type="presParOf" srcId="{D08EAF38-2A2F-4E7A-8797-38742DCBCF9C}" destId="{5EEF59DC-31A2-449A-BA78-FF41631C9361}" srcOrd="5" destOrd="0" presId="urn:microsoft.com/office/officeart/2005/8/layout/vList5"/>
    <dgm:cxn modelId="{86E8AB2D-5AF1-4E57-AC17-EC206CDA9A58}" type="presParOf" srcId="{D08EAF38-2A2F-4E7A-8797-38742DCBCF9C}" destId="{F5307CF3-A580-4297-9F56-53FEA082875E}" srcOrd="6" destOrd="0" presId="urn:microsoft.com/office/officeart/2005/8/layout/vList5"/>
    <dgm:cxn modelId="{0ADCAB81-B0A6-4999-88B5-7AC386106760}" type="presParOf" srcId="{F5307CF3-A580-4297-9F56-53FEA082875E}" destId="{F2CB20FE-FE14-4AB9-9985-26CC8694AB63}" srcOrd="0" destOrd="0" presId="urn:microsoft.com/office/officeart/2005/8/layout/vList5"/>
    <dgm:cxn modelId="{26FE875D-F502-4A3C-97BB-6B2927332EED}" type="presParOf" srcId="{D08EAF38-2A2F-4E7A-8797-38742DCBCF9C}" destId="{D2A4AA80-EB96-4949-9719-B272664C9B8F}" srcOrd="7" destOrd="0" presId="urn:microsoft.com/office/officeart/2005/8/layout/vList5"/>
    <dgm:cxn modelId="{2174BE11-418D-42B6-A9BD-70EF2888F58E}" type="presParOf" srcId="{D08EAF38-2A2F-4E7A-8797-38742DCBCF9C}" destId="{96BD9BFC-1D12-426E-90C9-4AD285ED5CD2}" srcOrd="8" destOrd="0" presId="urn:microsoft.com/office/officeart/2005/8/layout/vList5"/>
    <dgm:cxn modelId="{034605B6-44AC-4D35-8B71-6C1E757987C2}" type="presParOf" srcId="{96BD9BFC-1D12-426E-90C9-4AD285ED5CD2}" destId="{66D7CD78-F67F-4BAC-8BC0-7CF131F04FB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B2F15C-BF6D-46B0-BFCC-40DE638A094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07B053-ECA9-49BE-A87A-37464885616F}">
      <dgm:prSet/>
      <dgm:spPr/>
      <dgm:t>
        <a:bodyPr/>
        <a:lstStyle/>
        <a:p>
          <a:r>
            <a:rPr lang="en-US"/>
            <a:t>Identify and Segment customers based on data (booking behaviour)</a:t>
          </a:r>
        </a:p>
      </dgm:t>
    </dgm:pt>
    <dgm:pt modelId="{AEB2A63C-17B4-4A75-9044-8687A14B773E}" type="parTrans" cxnId="{417170CC-F23A-42F2-B45F-C02560C31141}">
      <dgm:prSet/>
      <dgm:spPr/>
      <dgm:t>
        <a:bodyPr/>
        <a:lstStyle/>
        <a:p>
          <a:endParaRPr lang="en-US"/>
        </a:p>
      </dgm:t>
    </dgm:pt>
    <dgm:pt modelId="{8925EB6D-F0A8-4D30-8550-8C3F3D788120}" type="sibTrans" cxnId="{417170CC-F23A-42F2-B45F-C02560C31141}">
      <dgm:prSet/>
      <dgm:spPr/>
      <dgm:t>
        <a:bodyPr/>
        <a:lstStyle/>
        <a:p>
          <a:endParaRPr lang="en-US"/>
        </a:p>
      </dgm:t>
    </dgm:pt>
    <dgm:pt modelId="{5D1872F5-463C-478E-9177-1B0243B81567}">
      <dgm:prSet/>
      <dgm:spPr/>
      <dgm:t>
        <a:bodyPr/>
        <a:lstStyle/>
        <a:p>
          <a:r>
            <a:rPr lang="en-US"/>
            <a:t>Tailor provided perks to meet preferences of identified segments</a:t>
          </a:r>
        </a:p>
      </dgm:t>
    </dgm:pt>
    <dgm:pt modelId="{60B3D604-0AFE-4A2E-BF37-89A751DA4447}" type="parTrans" cxnId="{AF05D862-8A96-43E9-8C1A-6E175A7B04A5}">
      <dgm:prSet/>
      <dgm:spPr/>
      <dgm:t>
        <a:bodyPr/>
        <a:lstStyle/>
        <a:p>
          <a:endParaRPr lang="en-US"/>
        </a:p>
      </dgm:t>
    </dgm:pt>
    <dgm:pt modelId="{089B49EE-FC3B-4F9B-A3D8-ABD26B3CC3E6}" type="sibTrans" cxnId="{AF05D862-8A96-43E9-8C1A-6E175A7B04A5}">
      <dgm:prSet/>
      <dgm:spPr/>
      <dgm:t>
        <a:bodyPr/>
        <a:lstStyle/>
        <a:p>
          <a:endParaRPr lang="en-US"/>
        </a:p>
      </dgm:t>
    </dgm:pt>
    <dgm:pt modelId="{2CE36F8C-FE2E-49DC-AA7F-47B813E28247}" type="pres">
      <dgm:prSet presAssocID="{87B2F15C-BF6D-46B0-BFCC-40DE638A09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7EE6CD-D3B0-4FFA-B978-C56DDF2145B6}" type="pres">
      <dgm:prSet presAssocID="{B807B053-ECA9-49BE-A87A-37464885616F}" presName="hierRoot1" presStyleCnt="0"/>
      <dgm:spPr/>
    </dgm:pt>
    <dgm:pt modelId="{D551BC75-2F9C-4FF1-A8AA-9A82CFA55455}" type="pres">
      <dgm:prSet presAssocID="{B807B053-ECA9-49BE-A87A-37464885616F}" presName="composite" presStyleCnt="0"/>
      <dgm:spPr/>
    </dgm:pt>
    <dgm:pt modelId="{4C93FFF8-5D0E-45FD-8A44-584A6687AB3C}" type="pres">
      <dgm:prSet presAssocID="{B807B053-ECA9-49BE-A87A-37464885616F}" presName="background" presStyleLbl="node0" presStyleIdx="0" presStyleCnt="2"/>
      <dgm:spPr/>
    </dgm:pt>
    <dgm:pt modelId="{25452052-4F21-4035-8FD4-0464782737AC}" type="pres">
      <dgm:prSet presAssocID="{B807B053-ECA9-49BE-A87A-37464885616F}" presName="text" presStyleLbl="fgAcc0" presStyleIdx="0" presStyleCnt="2">
        <dgm:presLayoutVars>
          <dgm:chPref val="3"/>
        </dgm:presLayoutVars>
      </dgm:prSet>
      <dgm:spPr/>
    </dgm:pt>
    <dgm:pt modelId="{4B94C414-8D86-4BB5-9E7E-9E62C558EF67}" type="pres">
      <dgm:prSet presAssocID="{B807B053-ECA9-49BE-A87A-37464885616F}" presName="hierChild2" presStyleCnt="0"/>
      <dgm:spPr/>
    </dgm:pt>
    <dgm:pt modelId="{0C881EEB-DAF9-4AFB-9AB3-4024878DA11F}" type="pres">
      <dgm:prSet presAssocID="{5D1872F5-463C-478E-9177-1B0243B81567}" presName="hierRoot1" presStyleCnt="0"/>
      <dgm:spPr/>
    </dgm:pt>
    <dgm:pt modelId="{3249DA96-961D-402E-8D20-D5B087287FED}" type="pres">
      <dgm:prSet presAssocID="{5D1872F5-463C-478E-9177-1B0243B81567}" presName="composite" presStyleCnt="0"/>
      <dgm:spPr/>
    </dgm:pt>
    <dgm:pt modelId="{BC8F3D54-BF3B-42E3-A63C-5C57C7C76634}" type="pres">
      <dgm:prSet presAssocID="{5D1872F5-463C-478E-9177-1B0243B81567}" presName="background" presStyleLbl="node0" presStyleIdx="1" presStyleCnt="2"/>
      <dgm:spPr/>
    </dgm:pt>
    <dgm:pt modelId="{7D41DBA1-297F-4F3D-9E1E-83917A22C26E}" type="pres">
      <dgm:prSet presAssocID="{5D1872F5-463C-478E-9177-1B0243B81567}" presName="text" presStyleLbl="fgAcc0" presStyleIdx="1" presStyleCnt="2">
        <dgm:presLayoutVars>
          <dgm:chPref val="3"/>
        </dgm:presLayoutVars>
      </dgm:prSet>
      <dgm:spPr/>
    </dgm:pt>
    <dgm:pt modelId="{75ABB6A5-A181-42C4-9CD9-9952260DE3AA}" type="pres">
      <dgm:prSet presAssocID="{5D1872F5-463C-478E-9177-1B0243B81567}" presName="hierChild2" presStyleCnt="0"/>
      <dgm:spPr/>
    </dgm:pt>
  </dgm:ptLst>
  <dgm:cxnLst>
    <dgm:cxn modelId="{61CE9A21-C827-4EC4-8B6F-189EC56EAD89}" type="presOf" srcId="{B807B053-ECA9-49BE-A87A-37464885616F}" destId="{25452052-4F21-4035-8FD4-0464782737AC}" srcOrd="0" destOrd="0" presId="urn:microsoft.com/office/officeart/2005/8/layout/hierarchy1"/>
    <dgm:cxn modelId="{AF05D862-8A96-43E9-8C1A-6E175A7B04A5}" srcId="{87B2F15C-BF6D-46B0-BFCC-40DE638A0948}" destId="{5D1872F5-463C-478E-9177-1B0243B81567}" srcOrd="1" destOrd="0" parTransId="{60B3D604-0AFE-4A2E-BF37-89A751DA4447}" sibTransId="{089B49EE-FC3B-4F9B-A3D8-ABD26B3CC3E6}"/>
    <dgm:cxn modelId="{417170CC-F23A-42F2-B45F-C02560C31141}" srcId="{87B2F15C-BF6D-46B0-BFCC-40DE638A0948}" destId="{B807B053-ECA9-49BE-A87A-37464885616F}" srcOrd="0" destOrd="0" parTransId="{AEB2A63C-17B4-4A75-9044-8687A14B773E}" sibTransId="{8925EB6D-F0A8-4D30-8550-8C3F3D788120}"/>
    <dgm:cxn modelId="{F2BCE8EF-DD27-453E-8CF5-7A5691490623}" type="presOf" srcId="{87B2F15C-BF6D-46B0-BFCC-40DE638A0948}" destId="{2CE36F8C-FE2E-49DC-AA7F-47B813E28247}" srcOrd="0" destOrd="0" presId="urn:microsoft.com/office/officeart/2005/8/layout/hierarchy1"/>
    <dgm:cxn modelId="{28D2A9FA-C647-449B-BB86-75A87825F6C3}" type="presOf" srcId="{5D1872F5-463C-478E-9177-1B0243B81567}" destId="{7D41DBA1-297F-4F3D-9E1E-83917A22C26E}" srcOrd="0" destOrd="0" presId="urn:microsoft.com/office/officeart/2005/8/layout/hierarchy1"/>
    <dgm:cxn modelId="{A310E171-5539-47B6-BE49-5C58F9EA7B21}" type="presParOf" srcId="{2CE36F8C-FE2E-49DC-AA7F-47B813E28247}" destId="{427EE6CD-D3B0-4FFA-B978-C56DDF2145B6}" srcOrd="0" destOrd="0" presId="urn:microsoft.com/office/officeart/2005/8/layout/hierarchy1"/>
    <dgm:cxn modelId="{2EA13A8E-D956-4FBE-A94B-3F9AEF7DDFC4}" type="presParOf" srcId="{427EE6CD-D3B0-4FFA-B978-C56DDF2145B6}" destId="{D551BC75-2F9C-4FF1-A8AA-9A82CFA55455}" srcOrd="0" destOrd="0" presId="urn:microsoft.com/office/officeart/2005/8/layout/hierarchy1"/>
    <dgm:cxn modelId="{306EB73A-23DB-4C3A-8F97-B1CC8C52F01C}" type="presParOf" srcId="{D551BC75-2F9C-4FF1-A8AA-9A82CFA55455}" destId="{4C93FFF8-5D0E-45FD-8A44-584A6687AB3C}" srcOrd="0" destOrd="0" presId="urn:microsoft.com/office/officeart/2005/8/layout/hierarchy1"/>
    <dgm:cxn modelId="{E481CD4C-0E77-4446-9DC5-E29FDAD79D5D}" type="presParOf" srcId="{D551BC75-2F9C-4FF1-A8AA-9A82CFA55455}" destId="{25452052-4F21-4035-8FD4-0464782737AC}" srcOrd="1" destOrd="0" presId="urn:microsoft.com/office/officeart/2005/8/layout/hierarchy1"/>
    <dgm:cxn modelId="{A5CE68D8-6B73-4C59-B149-417AB9333B6E}" type="presParOf" srcId="{427EE6CD-D3B0-4FFA-B978-C56DDF2145B6}" destId="{4B94C414-8D86-4BB5-9E7E-9E62C558EF67}" srcOrd="1" destOrd="0" presId="urn:microsoft.com/office/officeart/2005/8/layout/hierarchy1"/>
    <dgm:cxn modelId="{3C5104F4-764B-45CA-A5C0-89EAC308CC84}" type="presParOf" srcId="{2CE36F8C-FE2E-49DC-AA7F-47B813E28247}" destId="{0C881EEB-DAF9-4AFB-9AB3-4024878DA11F}" srcOrd="1" destOrd="0" presId="urn:microsoft.com/office/officeart/2005/8/layout/hierarchy1"/>
    <dgm:cxn modelId="{636AEF75-243C-450B-A561-4B208F74DA06}" type="presParOf" srcId="{0C881EEB-DAF9-4AFB-9AB3-4024878DA11F}" destId="{3249DA96-961D-402E-8D20-D5B087287FED}" srcOrd="0" destOrd="0" presId="urn:microsoft.com/office/officeart/2005/8/layout/hierarchy1"/>
    <dgm:cxn modelId="{EE29A5A4-BF5F-42CA-8D3D-8F42112AF8FC}" type="presParOf" srcId="{3249DA96-961D-402E-8D20-D5B087287FED}" destId="{BC8F3D54-BF3B-42E3-A63C-5C57C7C76634}" srcOrd="0" destOrd="0" presId="urn:microsoft.com/office/officeart/2005/8/layout/hierarchy1"/>
    <dgm:cxn modelId="{8A3DFF4B-FD2E-409D-97C8-4351C3F2363E}" type="presParOf" srcId="{3249DA96-961D-402E-8D20-D5B087287FED}" destId="{7D41DBA1-297F-4F3D-9E1E-83917A22C26E}" srcOrd="1" destOrd="0" presId="urn:microsoft.com/office/officeart/2005/8/layout/hierarchy1"/>
    <dgm:cxn modelId="{9C0B6392-4C0D-4194-8770-87DD1A28BB45}" type="presParOf" srcId="{0C881EEB-DAF9-4AFB-9AB3-4024878DA11F}" destId="{75ABB6A5-A181-42C4-9CD9-9952260DE3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E3C20F-6ED6-4F55-8075-C26295CB9952}" type="doc">
      <dgm:prSet loTypeId="urn:microsoft.com/office/officeart/2005/8/layout/hierarchy3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87463D-56CC-4271-8482-F884D7533B6E}">
      <dgm:prSet/>
      <dgm:spPr/>
      <dgm:t>
        <a:bodyPr/>
        <a:lstStyle/>
        <a:p>
          <a:r>
            <a:rPr lang="en-US" dirty="0"/>
            <a:t>CLTV</a:t>
          </a:r>
        </a:p>
      </dgm:t>
    </dgm:pt>
    <dgm:pt modelId="{535D901B-7860-47A9-9FAE-BA975C3A0105}" type="parTrans" cxnId="{D47AAD61-5C89-443B-ABBA-5E417C0A76ED}">
      <dgm:prSet/>
      <dgm:spPr/>
      <dgm:t>
        <a:bodyPr/>
        <a:lstStyle/>
        <a:p>
          <a:endParaRPr lang="en-US"/>
        </a:p>
      </dgm:t>
    </dgm:pt>
    <dgm:pt modelId="{5E470371-C7A2-4F21-A620-A723511819FA}" type="sibTrans" cxnId="{D47AAD61-5C89-443B-ABBA-5E417C0A76ED}">
      <dgm:prSet/>
      <dgm:spPr/>
      <dgm:t>
        <a:bodyPr/>
        <a:lstStyle/>
        <a:p>
          <a:endParaRPr lang="en-US"/>
        </a:p>
      </dgm:t>
    </dgm:pt>
    <dgm:pt modelId="{D8E452E6-FD6F-49E4-AFBA-20690F116DA7}">
      <dgm:prSet/>
      <dgm:spPr/>
      <dgm:t>
        <a:bodyPr/>
        <a:lstStyle/>
        <a:p>
          <a:r>
            <a:rPr lang="en-US" dirty="0" err="1"/>
            <a:t>Kmeans</a:t>
          </a:r>
          <a:endParaRPr lang="en-US" dirty="0"/>
        </a:p>
      </dgm:t>
    </dgm:pt>
    <dgm:pt modelId="{8AFCCA92-8866-4281-A6D6-63327D3BA0F9}" type="parTrans" cxnId="{275AF14F-FC1C-4983-AA0A-F6DC49B86B38}">
      <dgm:prSet/>
      <dgm:spPr/>
      <dgm:t>
        <a:bodyPr/>
        <a:lstStyle/>
        <a:p>
          <a:endParaRPr lang="en-US"/>
        </a:p>
      </dgm:t>
    </dgm:pt>
    <dgm:pt modelId="{2205616F-4E65-4F3E-9650-0DB6299EC9CE}" type="sibTrans" cxnId="{275AF14F-FC1C-4983-AA0A-F6DC49B86B38}">
      <dgm:prSet/>
      <dgm:spPr/>
      <dgm:t>
        <a:bodyPr/>
        <a:lstStyle/>
        <a:p>
          <a:endParaRPr lang="en-US"/>
        </a:p>
      </dgm:t>
    </dgm:pt>
    <dgm:pt modelId="{6BA4C61E-0315-477A-9F8F-4B607346A41C}">
      <dgm:prSet/>
      <dgm:spPr/>
      <dgm:t>
        <a:bodyPr/>
        <a:lstStyle/>
        <a:p>
          <a:r>
            <a:rPr lang="en-US" dirty="0"/>
            <a:t>Heatmap</a:t>
          </a:r>
        </a:p>
      </dgm:t>
    </dgm:pt>
    <dgm:pt modelId="{E1F638DA-62EE-4E3A-871E-2D7D5559FEAD}" type="parTrans" cxnId="{934CCB8B-6179-4B55-995C-CA6E33EA8CDB}">
      <dgm:prSet/>
      <dgm:spPr/>
      <dgm:t>
        <a:bodyPr/>
        <a:lstStyle/>
        <a:p>
          <a:endParaRPr lang="LID4096"/>
        </a:p>
      </dgm:t>
    </dgm:pt>
    <dgm:pt modelId="{78BA3F31-D199-4A0B-9D72-508C9D803C3C}" type="sibTrans" cxnId="{934CCB8B-6179-4B55-995C-CA6E33EA8CDB}">
      <dgm:prSet/>
      <dgm:spPr/>
      <dgm:t>
        <a:bodyPr/>
        <a:lstStyle/>
        <a:p>
          <a:endParaRPr lang="LID4096"/>
        </a:p>
      </dgm:t>
    </dgm:pt>
    <dgm:pt modelId="{B4F58FC5-4F0D-41D1-9181-604BD0498E25}">
      <dgm:prSet/>
      <dgm:spPr/>
      <dgm:t>
        <a:bodyPr/>
        <a:lstStyle/>
        <a:p>
          <a:r>
            <a:rPr lang="en-US"/>
            <a:t>RFM</a:t>
          </a:r>
          <a:endParaRPr lang="en-US" dirty="0"/>
        </a:p>
      </dgm:t>
    </dgm:pt>
    <dgm:pt modelId="{230153BD-EAA3-4214-BEDE-A8B475FD9FD0}" type="parTrans" cxnId="{07072582-DF43-4A73-A6EB-48DAE430E649}">
      <dgm:prSet/>
      <dgm:spPr/>
      <dgm:t>
        <a:bodyPr/>
        <a:lstStyle/>
        <a:p>
          <a:endParaRPr lang="LID4096"/>
        </a:p>
      </dgm:t>
    </dgm:pt>
    <dgm:pt modelId="{B6A23AD6-0E7D-46E7-81BF-C11EC5468D8A}" type="sibTrans" cxnId="{07072582-DF43-4A73-A6EB-48DAE430E649}">
      <dgm:prSet/>
      <dgm:spPr/>
      <dgm:t>
        <a:bodyPr/>
        <a:lstStyle/>
        <a:p>
          <a:endParaRPr lang="LID4096"/>
        </a:p>
      </dgm:t>
    </dgm:pt>
    <dgm:pt modelId="{F78F892A-1A7C-4D00-B0F8-02F352602EBE}" type="pres">
      <dgm:prSet presAssocID="{3FE3C20F-6ED6-4F55-8075-C26295CB995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0C2EF2-0AF0-4C8D-8A99-5CF3D354EE59}" type="pres">
      <dgm:prSet presAssocID="{B4F58FC5-4F0D-41D1-9181-604BD0498E25}" presName="root" presStyleCnt="0"/>
      <dgm:spPr/>
    </dgm:pt>
    <dgm:pt modelId="{D0EFFE32-1104-4A76-AD0A-146EC081447F}" type="pres">
      <dgm:prSet presAssocID="{B4F58FC5-4F0D-41D1-9181-604BD0498E25}" presName="rootComposite" presStyleCnt="0"/>
      <dgm:spPr/>
    </dgm:pt>
    <dgm:pt modelId="{EED744CE-38D6-4D41-864C-A7BEB7E58CDC}" type="pres">
      <dgm:prSet presAssocID="{B4F58FC5-4F0D-41D1-9181-604BD0498E25}" presName="rootText" presStyleLbl="node1" presStyleIdx="0" presStyleCnt="4"/>
      <dgm:spPr/>
    </dgm:pt>
    <dgm:pt modelId="{2B355E51-BA1C-4B9A-8E5F-E2CD8EBF56E5}" type="pres">
      <dgm:prSet presAssocID="{B4F58FC5-4F0D-41D1-9181-604BD0498E25}" presName="rootConnector" presStyleLbl="node1" presStyleIdx="0" presStyleCnt="4"/>
      <dgm:spPr/>
    </dgm:pt>
    <dgm:pt modelId="{7F48CFF6-4538-41D7-88B6-8C1798A9257A}" type="pres">
      <dgm:prSet presAssocID="{B4F58FC5-4F0D-41D1-9181-604BD0498E25}" presName="childShape" presStyleCnt="0"/>
      <dgm:spPr/>
    </dgm:pt>
    <dgm:pt modelId="{E94DDCB8-E47E-44CE-896E-34DDFF2ECDA3}" type="pres">
      <dgm:prSet presAssocID="{1787463D-56CC-4271-8482-F884D7533B6E}" presName="root" presStyleCnt="0"/>
      <dgm:spPr/>
    </dgm:pt>
    <dgm:pt modelId="{06E7D0E7-E1C6-40C6-8C2E-3EED2817CAD3}" type="pres">
      <dgm:prSet presAssocID="{1787463D-56CC-4271-8482-F884D7533B6E}" presName="rootComposite" presStyleCnt="0"/>
      <dgm:spPr/>
    </dgm:pt>
    <dgm:pt modelId="{0BD75322-24DE-4A4D-8825-049246DA0F3E}" type="pres">
      <dgm:prSet presAssocID="{1787463D-56CC-4271-8482-F884D7533B6E}" presName="rootText" presStyleLbl="node1" presStyleIdx="1" presStyleCnt="4"/>
      <dgm:spPr/>
    </dgm:pt>
    <dgm:pt modelId="{A7C4D364-37D0-4308-856C-05F98746E5A6}" type="pres">
      <dgm:prSet presAssocID="{1787463D-56CC-4271-8482-F884D7533B6E}" presName="rootConnector" presStyleLbl="node1" presStyleIdx="1" presStyleCnt="4"/>
      <dgm:spPr/>
    </dgm:pt>
    <dgm:pt modelId="{BED59C7A-650C-48AC-9CB0-435704333DF7}" type="pres">
      <dgm:prSet presAssocID="{1787463D-56CC-4271-8482-F884D7533B6E}" presName="childShape" presStyleCnt="0"/>
      <dgm:spPr/>
    </dgm:pt>
    <dgm:pt modelId="{AB6129DB-6CD9-4097-83A7-815AD2704A3C}" type="pres">
      <dgm:prSet presAssocID="{D8E452E6-FD6F-49E4-AFBA-20690F116DA7}" presName="root" presStyleCnt="0"/>
      <dgm:spPr/>
    </dgm:pt>
    <dgm:pt modelId="{591EED53-D7C6-47A6-93B7-C8D6047D81AF}" type="pres">
      <dgm:prSet presAssocID="{D8E452E6-FD6F-49E4-AFBA-20690F116DA7}" presName="rootComposite" presStyleCnt="0"/>
      <dgm:spPr/>
    </dgm:pt>
    <dgm:pt modelId="{C8DBEA51-F4ED-4C1D-BFCC-7BA5C2A8DEF3}" type="pres">
      <dgm:prSet presAssocID="{D8E452E6-FD6F-49E4-AFBA-20690F116DA7}" presName="rootText" presStyleLbl="node1" presStyleIdx="2" presStyleCnt="4"/>
      <dgm:spPr/>
    </dgm:pt>
    <dgm:pt modelId="{D0814AD4-65A6-48F5-8EE8-965E7FA2EB7C}" type="pres">
      <dgm:prSet presAssocID="{D8E452E6-FD6F-49E4-AFBA-20690F116DA7}" presName="rootConnector" presStyleLbl="node1" presStyleIdx="2" presStyleCnt="4"/>
      <dgm:spPr/>
    </dgm:pt>
    <dgm:pt modelId="{ED1D1706-64CE-42C8-83C8-54486F4EC295}" type="pres">
      <dgm:prSet presAssocID="{D8E452E6-FD6F-49E4-AFBA-20690F116DA7}" presName="childShape" presStyleCnt="0"/>
      <dgm:spPr/>
    </dgm:pt>
    <dgm:pt modelId="{349E6E7C-EEC5-40DB-BCA8-8821348A75D2}" type="pres">
      <dgm:prSet presAssocID="{6BA4C61E-0315-477A-9F8F-4B607346A41C}" presName="root" presStyleCnt="0"/>
      <dgm:spPr/>
    </dgm:pt>
    <dgm:pt modelId="{EEA740E1-463E-40E4-B3C2-D384EE4DE4A6}" type="pres">
      <dgm:prSet presAssocID="{6BA4C61E-0315-477A-9F8F-4B607346A41C}" presName="rootComposite" presStyleCnt="0"/>
      <dgm:spPr/>
    </dgm:pt>
    <dgm:pt modelId="{C71CE1C8-4BF2-4FC8-BADC-0F02C1D17BF5}" type="pres">
      <dgm:prSet presAssocID="{6BA4C61E-0315-477A-9F8F-4B607346A41C}" presName="rootText" presStyleLbl="node1" presStyleIdx="3" presStyleCnt="4"/>
      <dgm:spPr/>
    </dgm:pt>
    <dgm:pt modelId="{EDF12041-74D1-4A4A-896F-263E29850B53}" type="pres">
      <dgm:prSet presAssocID="{6BA4C61E-0315-477A-9F8F-4B607346A41C}" presName="rootConnector" presStyleLbl="node1" presStyleIdx="3" presStyleCnt="4"/>
      <dgm:spPr/>
    </dgm:pt>
    <dgm:pt modelId="{61D24333-7950-47F2-BEED-477CF2F44382}" type="pres">
      <dgm:prSet presAssocID="{6BA4C61E-0315-477A-9F8F-4B607346A41C}" presName="childShape" presStyleCnt="0"/>
      <dgm:spPr/>
    </dgm:pt>
  </dgm:ptLst>
  <dgm:cxnLst>
    <dgm:cxn modelId="{31144224-7643-451A-A442-69BAA7F95088}" type="presOf" srcId="{6BA4C61E-0315-477A-9F8F-4B607346A41C}" destId="{EDF12041-74D1-4A4A-896F-263E29850B53}" srcOrd="1" destOrd="0" presId="urn:microsoft.com/office/officeart/2005/8/layout/hierarchy3"/>
    <dgm:cxn modelId="{B0ABBD28-DDEE-4B00-BE03-5F40A84AFC82}" type="presOf" srcId="{1787463D-56CC-4271-8482-F884D7533B6E}" destId="{A7C4D364-37D0-4308-856C-05F98746E5A6}" srcOrd="1" destOrd="0" presId="urn:microsoft.com/office/officeart/2005/8/layout/hierarchy3"/>
    <dgm:cxn modelId="{D47AAD61-5C89-443B-ABBA-5E417C0A76ED}" srcId="{3FE3C20F-6ED6-4F55-8075-C26295CB9952}" destId="{1787463D-56CC-4271-8482-F884D7533B6E}" srcOrd="1" destOrd="0" parTransId="{535D901B-7860-47A9-9FAE-BA975C3A0105}" sibTransId="{5E470371-C7A2-4F21-A620-A723511819FA}"/>
    <dgm:cxn modelId="{275AF14F-FC1C-4983-AA0A-F6DC49B86B38}" srcId="{3FE3C20F-6ED6-4F55-8075-C26295CB9952}" destId="{D8E452E6-FD6F-49E4-AFBA-20690F116DA7}" srcOrd="2" destOrd="0" parTransId="{8AFCCA92-8866-4281-A6D6-63327D3BA0F9}" sibTransId="{2205616F-4E65-4F3E-9650-0DB6299EC9CE}"/>
    <dgm:cxn modelId="{DC522276-2680-40AC-B647-CBD69660A127}" type="presOf" srcId="{B4F58FC5-4F0D-41D1-9181-604BD0498E25}" destId="{EED744CE-38D6-4D41-864C-A7BEB7E58CDC}" srcOrd="0" destOrd="0" presId="urn:microsoft.com/office/officeart/2005/8/layout/hierarchy3"/>
    <dgm:cxn modelId="{07072582-DF43-4A73-A6EB-48DAE430E649}" srcId="{3FE3C20F-6ED6-4F55-8075-C26295CB9952}" destId="{B4F58FC5-4F0D-41D1-9181-604BD0498E25}" srcOrd="0" destOrd="0" parTransId="{230153BD-EAA3-4214-BEDE-A8B475FD9FD0}" sibTransId="{B6A23AD6-0E7D-46E7-81BF-C11EC5468D8A}"/>
    <dgm:cxn modelId="{934CCB8B-6179-4B55-995C-CA6E33EA8CDB}" srcId="{3FE3C20F-6ED6-4F55-8075-C26295CB9952}" destId="{6BA4C61E-0315-477A-9F8F-4B607346A41C}" srcOrd="3" destOrd="0" parTransId="{E1F638DA-62EE-4E3A-871E-2D7D5559FEAD}" sibTransId="{78BA3F31-D199-4A0B-9D72-508C9D803C3C}"/>
    <dgm:cxn modelId="{174B2D9A-EF54-41DD-BF8E-188935A785F5}" type="presOf" srcId="{B4F58FC5-4F0D-41D1-9181-604BD0498E25}" destId="{2B355E51-BA1C-4B9A-8E5F-E2CD8EBF56E5}" srcOrd="1" destOrd="0" presId="urn:microsoft.com/office/officeart/2005/8/layout/hierarchy3"/>
    <dgm:cxn modelId="{1FDF169C-B43E-483F-9004-63B86D47A7BB}" type="presOf" srcId="{D8E452E6-FD6F-49E4-AFBA-20690F116DA7}" destId="{D0814AD4-65A6-48F5-8EE8-965E7FA2EB7C}" srcOrd="1" destOrd="0" presId="urn:microsoft.com/office/officeart/2005/8/layout/hierarchy3"/>
    <dgm:cxn modelId="{87BF26B4-37C3-403F-AA95-B09BB7DC8304}" type="presOf" srcId="{D8E452E6-FD6F-49E4-AFBA-20690F116DA7}" destId="{C8DBEA51-F4ED-4C1D-BFCC-7BA5C2A8DEF3}" srcOrd="0" destOrd="0" presId="urn:microsoft.com/office/officeart/2005/8/layout/hierarchy3"/>
    <dgm:cxn modelId="{3D8AC2C5-BA83-49E6-A4FC-AF43E433AC67}" type="presOf" srcId="{3FE3C20F-6ED6-4F55-8075-C26295CB9952}" destId="{F78F892A-1A7C-4D00-B0F8-02F352602EBE}" srcOrd="0" destOrd="0" presId="urn:microsoft.com/office/officeart/2005/8/layout/hierarchy3"/>
    <dgm:cxn modelId="{7288A5D2-9091-4051-8E25-0F2F60C77754}" type="presOf" srcId="{1787463D-56CC-4271-8482-F884D7533B6E}" destId="{0BD75322-24DE-4A4D-8825-049246DA0F3E}" srcOrd="0" destOrd="0" presId="urn:microsoft.com/office/officeart/2005/8/layout/hierarchy3"/>
    <dgm:cxn modelId="{1FD072DC-589E-41CD-81B6-7EBBDE72EA00}" type="presOf" srcId="{6BA4C61E-0315-477A-9F8F-4B607346A41C}" destId="{C71CE1C8-4BF2-4FC8-BADC-0F02C1D17BF5}" srcOrd="0" destOrd="0" presId="urn:microsoft.com/office/officeart/2005/8/layout/hierarchy3"/>
    <dgm:cxn modelId="{1D6E4201-10EF-4A9B-94EC-4244000A3B4F}" type="presParOf" srcId="{F78F892A-1A7C-4D00-B0F8-02F352602EBE}" destId="{8E0C2EF2-0AF0-4C8D-8A99-5CF3D354EE59}" srcOrd="0" destOrd="0" presId="urn:microsoft.com/office/officeart/2005/8/layout/hierarchy3"/>
    <dgm:cxn modelId="{BB66ECE1-F52C-40C6-BBD4-0F6E7A3B4279}" type="presParOf" srcId="{8E0C2EF2-0AF0-4C8D-8A99-5CF3D354EE59}" destId="{D0EFFE32-1104-4A76-AD0A-146EC081447F}" srcOrd="0" destOrd="0" presId="urn:microsoft.com/office/officeart/2005/8/layout/hierarchy3"/>
    <dgm:cxn modelId="{559D6F1D-A1FE-421B-A676-6A592BDC361D}" type="presParOf" srcId="{D0EFFE32-1104-4A76-AD0A-146EC081447F}" destId="{EED744CE-38D6-4D41-864C-A7BEB7E58CDC}" srcOrd="0" destOrd="0" presId="urn:microsoft.com/office/officeart/2005/8/layout/hierarchy3"/>
    <dgm:cxn modelId="{198936D0-5130-4CC7-96A3-FFFE099848EB}" type="presParOf" srcId="{D0EFFE32-1104-4A76-AD0A-146EC081447F}" destId="{2B355E51-BA1C-4B9A-8E5F-E2CD8EBF56E5}" srcOrd="1" destOrd="0" presId="urn:microsoft.com/office/officeart/2005/8/layout/hierarchy3"/>
    <dgm:cxn modelId="{74B529D9-FD90-49BE-AAAD-F1224AF6180D}" type="presParOf" srcId="{8E0C2EF2-0AF0-4C8D-8A99-5CF3D354EE59}" destId="{7F48CFF6-4538-41D7-88B6-8C1798A9257A}" srcOrd="1" destOrd="0" presId="urn:microsoft.com/office/officeart/2005/8/layout/hierarchy3"/>
    <dgm:cxn modelId="{5F7D915D-7B2D-4618-BABA-B868B3B0E2DE}" type="presParOf" srcId="{F78F892A-1A7C-4D00-B0F8-02F352602EBE}" destId="{E94DDCB8-E47E-44CE-896E-34DDFF2ECDA3}" srcOrd="1" destOrd="0" presId="urn:microsoft.com/office/officeart/2005/8/layout/hierarchy3"/>
    <dgm:cxn modelId="{A847F58C-4AE5-4D5A-97A0-BBC4CDAC2B16}" type="presParOf" srcId="{E94DDCB8-E47E-44CE-896E-34DDFF2ECDA3}" destId="{06E7D0E7-E1C6-40C6-8C2E-3EED2817CAD3}" srcOrd="0" destOrd="0" presId="urn:microsoft.com/office/officeart/2005/8/layout/hierarchy3"/>
    <dgm:cxn modelId="{6D963350-5398-49A5-BB58-3475CAA17AFE}" type="presParOf" srcId="{06E7D0E7-E1C6-40C6-8C2E-3EED2817CAD3}" destId="{0BD75322-24DE-4A4D-8825-049246DA0F3E}" srcOrd="0" destOrd="0" presId="urn:microsoft.com/office/officeart/2005/8/layout/hierarchy3"/>
    <dgm:cxn modelId="{399F9641-4268-4956-B87E-E57D45537522}" type="presParOf" srcId="{06E7D0E7-E1C6-40C6-8C2E-3EED2817CAD3}" destId="{A7C4D364-37D0-4308-856C-05F98746E5A6}" srcOrd="1" destOrd="0" presId="urn:microsoft.com/office/officeart/2005/8/layout/hierarchy3"/>
    <dgm:cxn modelId="{EADF69DA-B625-40DC-95B2-D0A3B25A046E}" type="presParOf" srcId="{E94DDCB8-E47E-44CE-896E-34DDFF2ECDA3}" destId="{BED59C7A-650C-48AC-9CB0-435704333DF7}" srcOrd="1" destOrd="0" presId="urn:microsoft.com/office/officeart/2005/8/layout/hierarchy3"/>
    <dgm:cxn modelId="{87634D7E-F167-43D2-93E1-97AD91369E84}" type="presParOf" srcId="{F78F892A-1A7C-4D00-B0F8-02F352602EBE}" destId="{AB6129DB-6CD9-4097-83A7-815AD2704A3C}" srcOrd="2" destOrd="0" presId="urn:microsoft.com/office/officeart/2005/8/layout/hierarchy3"/>
    <dgm:cxn modelId="{6E2678A7-98FA-4F99-B176-E752187C4F08}" type="presParOf" srcId="{AB6129DB-6CD9-4097-83A7-815AD2704A3C}" destId="{591EED53-D7C6-47A6-93B7-C8D6047D81AF}" srcOrd="0" destOrd="0" presId="urn:microsoft.com/office/officeart/2005/8/layout/hierarchy3"/>
    <dgm:cxn modelId="{539BD4C4-7E0C-4D43-99A5-CC67D72080A5}" type="presParOf" srcId="{591EED53-D7C6-47A6-93B7-C8D6047D81AF}" destId="{C8DBEA51-F4ED-4C1D-BFCC-7BA5C2A8DEF3}" srcOrd="0" destOrd="0" presId="urn:microsoft.com/office/officeart/2005/8/layout/hierarchy3"/>
    <dgm:cxn modelId="{852E6F25-21EC-4D58-9532-7507C4B622F4}" type="presParOf" srcId="{591EED53-D7C6-47A6-93B7-C8D6047D81AF}" destId="{D0814AD4-65A6-48F5-8EE8-965E7FA2EB7C}" srcOrd="1" destOrd="0" presId="urn:microsoft.com/office/officeart/2005/8/layout/hierarchy3"/>
    <dgm:cxn modelId="{181E1A70-A484-4FB1-99C4-5E5202F57AA5}" type="presParOf" srcId="{AB6129DB-6CD9-4097-83A7-815AD2704A3C}" destId="{ED1D1706-64CE-42C8-83C8-54486F4EC295}" srcOrd="1" destOrd="0" presId="urn:microsoft.com/office/officeart/2005/8/layout/hierarchy3"/>
    <dgm:cxn modelId="{003DA04B-E456-4186-8664-E69CF0E6E82C}" type="presParOf" srcId="{F78F892A-1A7C-4D00-B0F8-02F352602EBE}" destId="{349E6E7C-EEC5-40DB-BCA8-8821348A75D2}" srcOrd="3" destOrd="0" presId="urn:microsoft.com/office/officeart/2005/8/layout/hierarchy3"/>
    <dgm:cxn modelId="{FDC8E429-AC99-4653-952B-32923AF6A08C}" type="presParOf" srcId="{349E6E7C-EEC5-40DB-BCA8-8821348A75D2}" destId="{EEA740E1-463E-40E4-B3C2-D384EE4DE4A6}" srcOrd="0" destOrd="0" presId="urn:microsoft.com/office/officeart/2005/8/layout/hierarchy3"/>
    <dgm:cxn modelId="{A54ED578-4938-4A17-AC94-6610EADFA2BE}" type="presParOf" srcId="{EEA740E1-463E-40E4-B3C2-D384EE4DE4A6}" destId="{C71CE1C8-4BF2-4FC8-BADC-0F02C1D17BF5}" srcOrd="0" destOrd="0" presId="urn:microsoft.com/office/officeart/2005/8/layout/hierarchy3"/>
    <dgm:cxn modelId="{F364A693-1582-49C3-AAAA-CDD16EAF3E01}" type="presParOf" srcId="{EEA740E1-463E-40E4-B3C2-D384EE4DE4A6}" destId="{EDF12041-74D1-4A4A-896F-263E29850B53}" srcOrd="1" destOrd="0" presId="urn:microsoft.com/office/officeart/2005/8/layout/hierarchy3"/>
    <dgm:cxn modelId="{D9B32365-0749-4835-9F91-657B168425D6}" type="presParOf" srcId="{349E6E7C-EEC5-40DB-BCA8-8821348A75D2}" destId="{61D24333-7950-47F2-BEED-477CF2F4438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D72505-5AB8-4C82-8F7F-C49397131002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70D2B5-D096-47B2-B845-B0305A18BB55}">
      <dgm:prSet/>
      <dgm:spPr/>
      <dgm:t>
        <a:bodyPr/>
        <a:lstStyle/>
        <a:p>
          <a:r>
            <a:rPr lang="en-US"/>
            <a:t>Not Detailed enough to assign proper perks</a:t>
          </a:r>
        </a:p>
      </dgm:t>
    </dgm:pt>
    <dgm:pt modelId="{7EBFE0A8-0D0C-4D64-9007-AF4C8FA3F4C2}" type="parTrans" cxnId="{FC844491-32E8-4204-9209-407BEDDBFE05}">
      <dgm:prSet/>
      <dgm:spPr/>
      <dgm:t>
        <a:bodyPr/>
        <a:lstStyle/>
        <a:p>
          <a:endParaRPr lang="en-US"/>
        </a:p>
      </dgm:t>
    </dgm:pt>
    <dgm:pt modelId="{37B32CB4-771E-46B7-9DB8-FCA89A57250A}" type="sibTrans" cxnId="{FC844491-32E8-4204-9209-407BEDDBFE05}">
      <dgm:prSet/>
      <dgm:spPr/>
      <dgm:t>
        <a:bodyPr/>
        <a:lstStyle/>
        <a:p>
          <a:endParaRPr lang="en-US"/>
        </a:p>
      </dgm:t>
    </dgm:pt>
    <dgm:pt modelId="{8F83ECC0-E3E3-4A26-B970-33180EEA3FC5}">
      <dgm:prSet/>
      <dgm:spPr/>
      <dgm:t>
        <a:bodyPr/>
        <a:lstStyle/>
        <a:p>
          <a:r>
            <a:rPr lang="en-US"/>
            <a:t>Too Many Groups</a:t>
          </a:r>
        </a:p>
      </dgm:t>
    </dgm:pt>
    <dgm:pt modelId="{FC4D44CF-BD80-4C15-BC67-F7153440E838}" type="parTrans" cxnId="{B77A2F66-574C-4574-985E-DF5F7E0725EE}">
      <dgm:prSet/>
      <dgm:spPr/>
      <dgm:t>
        <a:bodyPr/>
        <a:lstStyle/>
        <a:p>
          <a:endParaRPr lang="en-US"/>
        </a:p>
      </dgm:t>
    </dgm:pt>
    <dgm:pt modelId="{53880A17-EC6D-4CF7-B3E8-D34A252DEC05}" type="sibTrans" cxnId="{B77A2F66-574C-4574-985E-DF5F7E0725EE}">
      <dgm:prSet/>
      <dgm:spPr/>
      <dgm:t>
        <a:bodyPr/>
        <a:lstStyle/>
        <a:p>
          <a:endParaRPr lang="en-US"/>
        </a:p>
      </dgm:t>
    </dgm:pt>
    <dgm:pt modelId="{8DA27275-8115-40AB-8F5A-B67A444EAC96}">
      <dgm:prSet/>
      <dgm:spPr/>
      <dgm:t>
        <a:bodyPr/>
        <a:lstStyle/>
        <a:p>
          <a:r>
            <a:rPr lang="en-US"/>
            <a:t>Other conclusions can be drawn</a:t>
          </a:r>
        </a:p>
      </dgm:t>
    </dgm:pt>
    <dgm:pt modelId="{98222185-9EC9-4095-81F7-C3BE33C06425}" type="parTrans" cxnId="{0F0D005F-4643-4A96-9BA7-7E12A36BB38A}">
      <dgm:prSet/>
      <dgm:spPr/>
      <dgm:t>
        <a:bodyPr/>
        <a:lstStyle/>
        <a:p>
          <a:endParaRPr lang="en-US"/>
        </a:p>
      </dgm:t>
    </dgm:pt>
    <dgm:pt modelId="{6CDA378E-9587-4897-9C4A-665637A95FEB}" type="sibTrans" cxnId="{0F0D005F-4643-4A96-9BA7-7E12A36BB38A}">
      <dgm:prSet/>
      <dgm:spPr/>
      <dgm:t>
        <a:bodyPr/>
        <a:lstStyle/>
        <a:p>
          <a:endParaRPr lang="en-US"/>
        </a:p>
      </dgm:t>
    </dgm:pt>
    <dgm:pt modelId="{8F427CED-1006-4F33-A9F9-5673C2442C52}">
      <dgm:prSet/>
      <dgm:spPr/>
      <dgm:t>
        <a:bodyPr/>
        <a:lstStyle/>
        <a:p>
          <a:r>
            <a:rPr lang="en-US"/>
            <a:t>Many Unknowns</a:t>
          </a:r>
        </a:p>
      </dgm:t>
    </dgm:pt>
    <dgm:pt modelId="{716E34FC-D1C7-423E-82F2-7093988D1BA4}" type="parTrans" cxnId="{B3133FF4-8A37-413E-A9EA-4920CC5CAD88}">
      <dgm:prSet/>
      <dgm:spPr/>
      <dgm:t>
        <a:bodyPr/>
        <a:lstStyle/>
        <a:p>
          <a:endParaRPr lang="en-US"/>
        </a:p>
      </dgm:t>
    </dgm:pt>
    <dgm:pt modelId="{03F125A5-E49A-427F-B5C0-43BEE49E8291}" type="sibTrans" cxnId="{B3133FF4-8A37-413E-A9EA-4920CC5CAD88}">
      <dgm:prSet/>
      <dgm:spPr/>
      <dgm:t>
        <a:bodyPr/>
        <a:lstStyle/>
        <a:p>
          <a:endParaRPr lang="en-US"/>
        </a:p>
      </dgm:t>
    </dgm:pt>
    <dgm:pt modelId="{ACD86219-E6AC-4815-AAB6-9C31AA1B8D15}">
      <dgm:prSet/>
      <dgm:spPr/>
      <dgm:t>
        <a:bodyPr/>
        <a:lstStyle/>
        <a:p>
          <a:r>
            <a:rPr lang="en-US"/>
            <a:t>Many Lost &amp; Need attention</a:t>
          </a:r>
        </a:p>
      </dgm:t>
    </dgm:pt>
    <dgm:pt modelId="{9909F2BE-69B4-4EBA-BF55-ACFF6537856E}" type="parTrans" cxnId="{43C6FDC7-D42C-4A06-9AFC-60C52C7C5066}">
      <dgm:prSet/>
      <dgm:spPr/>
      <dgm:t>
        <a:bodyPr/>
        <a:lstStyle/>
        <a:p>
          <a:endParaRPr lang="en-US"/>
        </a:p>
      </dgm:t>
    </dgm:pt>
    <dgm:pt modelId="{6AE03F2C-23A3-48E1-97D3-4F78F54D7530}" type="sibTrans" cxnId="{43C6FDC7-D42C-4A06-9AFC-60C52C7C5066}">
      <dgm:prSet/>
      <dgm:spPr/>
      <dgm:t>
        <a:bodyPr/>
        <a:lstStyle/>
        <a:p>
          <a:endParaRPr lang="en-US"/>
        </a:p>
      </dgm:t>
    </dgm:pt>
    <dgm:pt modelId="{CCA6F0AF-405D-457E-AF47-EFAA8CB38C95}">
      <dgm:prSet/>
      <dgm:spPr/>
      <dgm:t>
        <a:bodyPr/>
        <a:lstStyle/>
        <a:p>
          <a:r>
            <a:rPr lang="en-US"/>
            <a:t>Also Many High Potential &amp; Loyal Customers</a:t>
          </a:r>
        </a:p>
      </dgm:t>
    </dgm:pt>
    <dgm:pt modelId="{44B96CBD-2B2E-4584-98F4-D203961714BB}" type="parTrans" cxnId="{F7ECFA2A-3CDA-4EF7-BE38-AF23A86E1EC8}">
      <dgm:prSet/>
      <dgm:spPr/>
      <dgm:t>
        <a:bodyPr/>
        <a:lstStyle/>
        <a:p>
          <a:endParaRPr lang="en-US"/>
        </a:p>
      </dgm:t>
    </dgm:pt>
    <dgm:pt modelId="{06CDF514-8BBE-4404-938E-04EFFA184746}" type="sibTrans" cxnId="{F7ECFA2A-3CDA-4EF7-BE38-AF23A86E1EC8}">
      <dgm:prSet/>
      <dgm:spPr/>
      <dgm:t>
        <a:bodyPr/>
        <a:lstStyle/>
        <a:p>
          <a:endParaRPr lang="en-US"/>
        </a:p>
      </dgm:t>
    </dgm:pt>
    <dgm:pt modelId="{F2D2F433-2D98-4F23-8ABA-663B0B1733BA}">
      <dgm:prSet/>
      <dgm:spPr/>
      <dgm:t>
        <a:bodyPr/>
        <a:lstStyle/>
        <a:p>
          <a:r>
            <a:rPr lang="en-US"/>
            <a:t>Mostly relatively new signups</a:t>
          </a:r>
        </a:p>
      </dgm:t>
    </dgm:pt>
    <dgm:pt modelId="{E0D584FA-326F-46BB-A590-5557AC55E7FB}" type="parTrans" cxnId="{7CE1B038-FFDA-40EC-ACFA-5896536AF256}">
      <dgm:prSet/>
      <dgm:spPr/>
      <dgm:t>
        <a:bodyPr/>
        <a:lstStyle/>
        <a:p>
          <a:endParaRPr lang="en-US"/>
        </a:p>
      </dgm:t>
    </dgm:pt>
    <dgm:pt modelId="{3A395E6D-FC1C-47A7-9488-C9F8505E52E4}" type="sibTrans" cxnId="{7CE1B038-FFDA-40EC-ACFA-5896536AF256}">
      <dgm:prSet/>
      <dgm:spPr/>
      <dgm:t>
        <a:bodyPr/>
        <a:lstStyle/>
        <a:p>
          <a:endParaRPr lang="en-US"/>
        </a:p>
      </dgm:t>
    </dgm:pt>
    <dgm:pt modelId="{00A65D94-BF53-46D6-AB7E-0E5A818BF9F7}" type="pres">
      <dgm:prSet presAssocID="{20D72505-5AB8-4C82-8F7F-C4939713100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4282779-A09A-47F7-B2FD-7A8A88F4995B}" type="pres">
      <dgm:prSet presAssocID="{5970D2B5-D096-47B2-B845-B0305A18BB55}" presName="root1" presStyleCnt="0"/>
      <dgm:spPr/>
    </dgm:pt>
    <dgm:pt modelId="{8EC1FA2F-9682-4BA5-B78C-5D2DFDCFC3C2}" type="pres">
      <dgm:prSet presAssocID="{5970D2B5-D096-47B2-B845-B0305A18BB55}" presName="LevelOneTextNode" presStyleLbl="node0" presStyleIdx="0" presStyleCnt="3">
        <dgm:presLayoutVars>
          <dgm:chPref val="3"/>
        </dgm:presLayoutVars>
      </dgm:prSet>
      <dgm:spPr/>
    </dgm:pt>
    <dgm:pt modelId="{429A3AC4-C5F1-42D5-A60B-79040E8E841D}" type="pres">
      <dgm:prSet presAssocID="{5970D2B5-D096-47B2-B845-B0305A18BB55}" presName="level2hierChild" presStyleCnt="0"/>
      <dgm:spPr/>
    </dgm:pt>
    <dgm:pt modelId="{55D80DE6-681D-4D10-A43C-A0B737AE2BF0}" type="pres">
      <dgm:prSet presAssocID="{8F83ECC0-E3E3-4A26-B970-33180EEA3FC5}" presName="root1" presStyleCnt="0"/>
      <dgm:spPr/>
    </dgm:pt>
    <dgm:pt modelId="{155A9214-6D7F-40B2-A2ED-420A38226249}" type="pres">
      <dgm:prSet presAssocID="{8F83ECC0-E3E3-4A26-B970-33180EEA3FC5}" presName="LevelOneTextNode" presStyleLbl="node0" presStyleIdx="1" presStyleCnt="3">
        <dgm:presLayoutVars>
          <dgm:chPref val="3"/>
        </dgm:presLayoutVars>
      </dgm:prSet>
      <dgm:spPr/>
    </dgm:pt>
    <dgm:pt modelId="{E01F5B43-45D4-4354-8031-CE62343B3FA6}" type="pres">
      <dgm:prSet presAssocID="{8F83ECC0-E3E3-4A26-B970-33180EEA3FC5}" presName="level2hierChild" presStyleCnt="0"/>
      <dgm:spPr/>
    </dgm:pt>
    <dgm:pt modelId="{BC23DDC2-0409-469B-B4D3-05D873BB1AE5}" type="pres">
      <dgm:prSet presAssocID="{8DA27275-8115-40AB-8F5A-B67A444EAC96}" presName="root1" presStyleCnt="0"/>
      <dgm:spPr/>
    </dgm:pt>
    <dgm:pt modelId="{16FF350A-09DD-43E9-99ED-E02383EA269E}" type="pres">
      <dgm:prSet presAssocID="{8DA27275-8115-40AB-8F5A-B67A444EAC96}" presName="LevelOneTextNode" presStyleLbl="node0" presStyleIdx="2" presStyleCnt="3">
        <dgm:presLayoutVars>
          <dgm:chPref val="3"/>
        </dgm:presLayoutVars>
      </dgm:prSet>
      <dgm:spPr/>
    </dgm:pt>
    <dgm:pt modelId="{F5D18E3A-B1E6-4B44-B403-59409C210AA9}" type="pres">
      <dgm:prSet presAssocID="{8DA27275-8115-40AB-8F5A-B67A444EAC96}" presName="level2hierChild" presStyleCnt="0"/>
      <dgm:spPr/>
    </dgm:pt>
    <dgm:pt modelId="{935741A1-AB20-4FC9-8727-760058FCE20E}" type="pres">
      <dgm:prSet presAssocID="{716E34FC-D1C7-423E-82F2-7093988D1BA4}" presName="conn2-1" presStyleLbl="parChTrans1D2" presStyleIdx="0" presStyleCnt="4"/>
      <dgm:spPr/>
    </dgm:pt>
    <dgm:pt modelId="{9FE42ED0-1ECC-4845-8072-C6C6831C5415}" type="pres">
      <dgm:prSet presAssocID="{716E34FC-D1C7-423E-82F2-7093988D1BA4}" presName="connTx" presStyleLbl="parChTrans1D2" presStyleIdx="0" presStyleCnt="4"/>
      <dgm:spPr/>
    </dgm:pt>
    <dgm:pt modelId="{7DF0378A-6AC7-413D-863C-1FDB0297A53C}" type="pres">
      <dgm:prSet presAssocID="{8F427CED-1006-4F33-A9F9-5673C2442C52}" presName="root2" presStyleCnt="0"/>
      <dgm:spPr/>
    </dgm:pt>
    <dgm:pt modelId="{63849802-B4A7-437B-9CD4-341D95E48E3E}" type="pres">
      <dgm:prSet presAssocID="{8F427CED-1006-4F33-A9F9-5673C2442C52}" presName="LevelTwoTextNode" presStyleLbl="node2" presStyleIdx="0" presStyleCnt="4">
        <dgm:presLayoutVars>
          <dgm:chPref val="3"/>
        </dgm:presLayoutVars>
      </dgm:prSet>
      <dgm:spPr/>
    </dgm:pt>
    <dgm:pt modelId="{C7DABE88-24CE-4B05-B2BB-C1ED8058266E}" type="pres">
      <dgm:prSet presAssocID="{8F427CED-1006-4F33-A9F9-5673C2442C52}" presName="level3hierChild" presStyleCnt="0"/>
      <dgm:spPr/>
    </dgm:pt>
    <dgm:pt modelId="{06E31892-0486-4930-BD57-47BFA2A3D8EB}" type="pres">
      <dgm:prSet presAssocID="{9909F2BE-69B4-4EBA-BF55-ACFF6537856E}" presName="conn2-1" presStyleLbl="parChTrans1D2" presStyleIdx="1" presStyleCnt="4"/>
      <dgm:spPr/>
    </dgm:pt>
    <dgm:pt modelId="{1082D1F9-6044-4477-A89D-3A17C90401DE}" type="pres">
      <dgm:prSet presAssocID="{9909F2BE-69B4-4EBA-BF55-ACFF6537856E}" presName="connTx" presStyleLbl="parChTrans1D2" presStyleIdx="1" presStyleCnt="4"/>
      <dgm:spPr/>
    </dgm:pt>
    <dgm:pt modelId="{898983F0-CE41-4A99-AE8A-F5F9ECEBC8F8}" type="pres">
      <dgm:prSet presAssocID="{ACD86219-E6AC-4815-AAB6-9C31AA1B8D15}" presName="root2" presStyleCnt="0"/>
      <dgm:spPr/>
    </dgm:pt>
    <dgm:pt modelId="{FBCAAF34-D87F-4DDA-BAF1-C09F058EBBBC}" type="pres">
      <dgm:prSet presAssocID="{ACD86219-E6AC-4815-AAB6-9C31AA1B8D15}" presName="LevelTwoTextNode" presStyleLbl="node2" presStyleIdx="1" presStyleCnt="4">
        <dgm:presLayoutVars>
          <dgm:chPref val="3"/>
        </dgm:presLayoutVars>
      </dgm:prSet>
      <dgm:spPr/>
    </dgm:pt>
    <dgm:pt modelId="{35A7FAD9-B9A4-4822-B944-665D3C3664D3}" type="pres">
      <dgm:prSet presAssocID="{ACD86219-E6AC-4815-AAB6-9C31AA1B8D15}" presName="level3hierChild" presStyleCnt="0"/>
      <dgm:spPr/>
    </dgm:pt>
    <dgm:pt modelId="{BBA31EEC-4854-46A5-9038-2C47F5CC8A13}" type="pres">
      <dgm:prSet presAssocID="{44B96CBD-2B2E-4584-98F4-D203961714BB}" presName="conn2-1" presStyleLbl="parChTrans1D2" presStyleIdx="2" presStyleCnt="4"/>
      <dgm:spPr/>
    </dgm:pt>
    <dgm:pt modelId="{FD1E9096-DACB-4B11-AB09-1623DE0CCAD4}" type="pres">
      <dgm:prSet presAssocID="{44B96CBD-2B2E-4584-98F4-D203961714BB}" presName="connTx" presStyleLbl="parChTrans1D2" presStyleIdx="2" presStyleCnt="4"/>
      <dgm:spPr/>
    </dgm:pt>
    <dgm:pt modelId="{B0DD43E3-BD20-4174-BE7F-8696014CEB02}" type="pres">
      <dgm:prSet presAssocID="{CCA6F0AF-405D-457E-AF47-EFAA8CB38C95}" presName="root2" presStyleCnt="0"/>
      <dgm:spPr/>
    </dgm:pt>
    <dgm:pt modelId="{2C69ACA1-5E8C-40CA-8BC9-EF0174C33401}" type="pres">
      <dgm:prSet presAssocID="{CCA6F0AF-405D-457E-AF47-EFAA8CB38C95}" presName="LevelTwoTextNode" presStyleLbl="node2" presStyleIdx="2" presStyleCnt="4">
        <dgm:presLayoutVars>
          <dgm:chPref val="3"/>
        </dgm:presLayoutVars>
      </dgm:prSet>
      <dgm:spPr/>
    </dgm:pt>
    <dgm:pt modelId="{4E0EB56A-58EE-4D5D-848B-C8311B08119F}" type="pres">
      <dgm:prSet presAssocID="{CCA6F0AF-405D-457E-AF47-EFAA8CB38C95}" presName="level3hierChild" presStyleCnt="0"/>
      <dgm:spPr/>
    </dgm:pt>
    <dgm:pt modelId="{F2CB78E3-A164-44EE-8A3A-7C26B4840C53}" type="pres">
      <dgm:prSet presAssocID="{E0D584FA-326F-46BB-A590-5557AC55E7FB}" presName="conn2-1" presStyleLbl="parChTrans1D2" presStyleIdx="3" presStyleCnt="4"/>
      <dgm:spPr/>
    </dgm:pt>
    <dgm:pt modelId="{2ECCBE18-8BA1-4FAB-8F2C-A76A78872E51}" type="pres">
      <dgm:prSet presAssocID="{E0D584FA-326F-46BB-A590-5557AC55E7FB}" presName="connTx" presStyleLbl="parChTrans1D2" presStyleIdx="3" presStyleCnt="4"/>
      <dgm:spPr/>
    </dgm:pt>
    <dgm:pt modelId="{8414206A-7AFB-4B21-96FD-BF77AFBADD6F}" type="pres">
      <dgm:prSet presAssocID="{F2D2F433-2D98-4F23-8ABA-663B0B1733BA}" presName="root2" presStyleCnt="0"/>
      <dgm:spPr/>
    </dgm:pt>
    <dgm:pt modelId="{1CB44855-A11E-4BF8-8331-B5A5F283904F}" type="pres">
      <dgm:prSet presAssocID="{F2D2F433-2D98-4F23-8ABA-663B0B1733BA}" presName="LevelTwoTextNode" presStyleLbl="node2" presStyleIdx="3" presStyleCnt="4">
        <dgm:presLayoutVars>
          <dgm:chPref val="3"/>
        </dgm:presLayoutVars>
      </dgm:prSet>
      <dgm:spPr/>
    </dgm:pt>
    <dgm:pt modelId="{0D837D4E-34D6-42C8-9B33-AC4B886D3F75}" type="pres">
      <dgm:prSet presAssocID="{F2D2F433-2D98-4F23-8ABA-663B0B1733BA}" presName="level3hierChild" presStyleCnt="0"/>
      <dgm:spPr/>
    </dgm:pt>
  </dgm:ptLst>
  <dgm:cxnLst>
    <dgm:cxn modelId="{12092E0F-91CC-4D1D-839D-C97D8B9F1A64}" type="presOf" srcId="{E0D584FA-326F-46BB-A590-5557AC55E7FB}" destId="{2ECCBE18-8BA1-4FAB-8F2C-A76A78872E51}" srcOrd="1" destOrd="0" presId="urn:microsoft.com/office/officeart/2005/8/layout/hierarchy2"/>
    <dgm:cxn modelId="{A911A218-CD6D-49B6-85F3-E969B8BB201D}" type="presOf" srcId="{9909F2BE-69B4-4EBA-BF55-ACFF6537856E}" destId="{06E31892-0486-4930-BD57-47BFA2A3D8EB}" srcOrd="0" destOrd="0" presId="urn:microsoft.com/office/officeart/2005/8/layout/hierarchy2"/>
    <dgm:cxn modelId="{16FDE728-F84F-4B8E-9E95-1798C4643EE5}" type="presOf" srcId="{8F83ECC0-E3E3-4A26-B970-33180EEA3FC5}" destId="{155A9214-6D7F-40B2-A2ED-420A38226249}" srcOrd="0" destOrd="0" presId="urn:microsoft.com/office/officeart/2005/8/layout/hierarchy2"/>
    <dgm:cxn modelId="{F7ECFA2A-3CDA-4EF7-BE38-AF23A86E1EC8}" srcId="{8DA27275-8115-40AB-8F5A-B67A444EAC96}" destId="{CCA6F0AF-405D-457E-AF47-EFAA8CB38C95}" srcOrd="2" destOrd="0" parTransId="{44B96CBD-2B2E-4584-98F4-D203961714BB}" sibTransId="{06CDF514-8BBE-4404-938E-04EFFA184746}"/>
    <dgm:cxn modelId="{7CE1B038-FFDA-40EC-ACFA-5896536AF256}" srcId="{8DA27275-8115-40AB-8F5A-B67A444EAC96}" destId="{F2D2F433-2D98-4F23-8ABA-663B0B1733BA}" srcOrd="3" destOrd="0" parTransId="{E0D584FA-326F-46BB-A590-5557AC55E7FB}" sibTransId="{3A395E6D-FC1C-47A7-9488-C9F8505E52E4}"/>
    <dgm:cxn modelId="{0F0D005F-4643-4A96-9BA7-7E12A36BB38A}" srcId="{20D72505-5AB8-4C82-8F7F-C49397131002}" destId="{8DA27275-8115-40AB-8F5A-B67A444EAC96}" srcOrd="2" destOrd="0" parTransId="{98222185-9EC9-4095-81F7-C3BE33C06425}" sibTransId="{6CDA378E-9587-4897-9C4A-665637A95FEB}"/>
    <dgm:cxn modelId="{B77A2F66-574C-4574-985E-DF5F7E0725EE}" srcId="{20D72505-5AB8-4C82-8F7F-C49397131002}" destId="{8F83ECC0-E3E3-4A26-B970-33180EEA3FC5}" srcOrd="1" destOrd="0" parTransId="{FC4D44CF-BD80-4C15-BC67-F7153440E838}" sibTransId="{53880A17-EC6D-4CF7-B3E8-D34A252DEC05}"/>
    <dgm:cxn modelId="{98E19F6A-2E5E-4C59-AE74-D572DF72F746}" type="presOf" srcId="{20D72505-5AB8-4C82-8F7F-C49397131002}" destId="{00A65D94-BF53-46D6-AB7E-0E5A818BF9F7}" srcOrd="0" destOrd="0" presId="urn:microsoft.com/office/officeart/2005/8/layout/hierarchy2"/>
    <dgm:cxn modelId="{6F708470-4D07-47CF-8553-57D7AD677DD2}" type="presOf" srcId="{F2D2F433-2D98-4F23-8ABA-663B0B1733BA}" destId="{1CB44855-A11E-4BF8-8331-B5A5F283904F}" srcOrd="0" destOrd="0" presId="urn:microsoft.com/office/officeart/2005/8/layout/hierarchy2"/>
    <dgm:cxn modelId="{8D739652-7000-4F82-B0A5-E5DEDD665263}" type="presOf" srcId="{8F427CED-1006-4F33-A9F9-5673C2442C52}" destId="{63849802-B4A7-437B-9CD4-341D95E48E3E}" srcOrd="0" destOrd="0" presId="urn:microsoft.com/office/officeart/2005/8/layout/hierarchy2"/>
    <dgm:cxn modelId="{8DAA2C75-0206-45B6-BBED-4B5368B58F9C}" type="presOf" srcId="{5970D2B5-D096-47B2-B845-B0305A18BB55}" destId="{8EC1FA2F-9682-4BA5-B78C-5D2DFDCFC3C2}" srcOrd="0" destOrd="0" presId="urn:microsoft.com/office/officeart/2005/8/layout/hierarchy2"/>
    <dgm:cxn modelId="{6071F990-CC8B-461A-ABD8-6846E3BAB2D8}" type="presOf" srcId="{716E34FC-D1C7-423E-82F2-7093988D1BA4}" destId="{935741A1-AB20-4FC9-8727-760058FCE20E}" srcOrd="0" destOrd="0" presId="urn:microsoft.com/office/officeart/2005/8/layout/hierarchy2"/>
    <dgm:cxn modelId="{FC844491-32E8-4204-9209-407BEDDBFE05}" srcId="{20D72505-5AB8-4C82-8F7F-C49397131002}" destId="{5970D2B5-D096-47B2-B845-B0305A18BB55}" srcOrd="0" destOrd="0" parTransId="{7EBFE0A8-0D0C-4D64-9007-AF4C8FA3F4C2}" sibTransId="{37B32CB4-771E-46B7-9DB8-FCA89A57250A}"/>
    <dgm:cxn modelId="{0F04479B-A4AC-4D07-BC59-759802FED830}" type="presOf" srcId="{E0D584FA-326F-46BB-A590-5557AC55E7FB}" destId="{F2CB78E3-A164-44EE-8A3A-7C26B4840C53}" srcOrd="0" destOrd="0" presId="urn:microsoft.com/office/officeart/2005/8/layout/hierarchy2"/>
    <dgm:cxn modelId="{6A966BBB-A950-4EF8-8640-4BC3073A0315}" type="presOf" srcId="{716E34FC-D1C7-423E-82F2-7093988D1BA4}" destId="{9FE42ED0-1ECC-4845-8072-C6C6831C5415}" srcOrd="1" destOrd="0" presId="urn:microsoft.com/office/officeart/2005/8/layout/hierarchy2"/>
    <dgm:cxn modelId="{9E2E11BC-E9FA-483A-BB4C-92C6B8CFBDB2}" type="presOf" srcId="{ACD86219-E6AC-4815-AAB6-9C31AA1B8D15}" destId="{FBCAAF34-D87F-4DDA-BAF1-C09F058EBBBC}" srcOrd="0" destOrd="0" presId="urn:microsoft.com/office/officeart/2005/8/layout/hierarchy2"/>
    <dgm:cxn modelId="{43C6FDC7-D42C-4A06-9AFC-60C52C7C5066}" srcId="{8DA27275-8115-40AB-8F5A-B67A444EAC96}" destId="{ACD86219-E6AC-4815-AAB6-9C31AA1B8D15}" srcOrd="1" destOrd="0" parTransId="{9909F2BE-69B4-4EBA-BF55-ACFF6537856E}" sibTransId="{6AE03F2C-23A3-48E1-97D3-4F78F54D7530}"/>
    <dgm:cxn modelId="{CF21F8D3-AD3E-4449-83DC-3E4A591994B3}" type="presOf" srcId="{9909F2BE-69B4-4EBA-BF55-ACFF6537856E}" destId="{1082D1F9-6044-4477-A89D-3A17C90401DE}" srcOrd="1" destOrd="0" presId="urn:microsoft.com/office/officeart/2005/8/layout/hierarchy2"/>
    <dgm:cxn modelId="{89B8C8D6-4E1B-4702-9AE2-FDA1644D6A40}" type="presOf" srcId="{44B96CBD-2B2E-4584-98F4-D203961714BB}" destId="{BBA31EEC-4854-46A5-9038-2C47F5CC8A13}" srcOrd="0" destOrd="0" presId="urn:microsoft.com/office/officeart/2005/8/layout/hierarchy2"/>
    <dgm:cxn modelId="{EABEBCE6-28F3-4EBA-8C72-08DFF7FF30EA}" type="presOf" srcId="{44B96CBD-2B2E-4584-98F4-D203961714BB}" destId="{FD1E9096-DACB-4B11-AB09-1623DE0CCAD4}" srcOrd="1" destOrd="0" presId="urn:microsoft.com/office/officeart/2005/8/layout/hierarchy2"/>
    <dgm:cxn modelId="{0BE963EC-260A-4C56-88B9-2650DFA120AC}" type="presOf" srcId="{8DA27275-8115-40AB-8F5A-B67A444EAC96}" destId="{16FF350A-09DD-43E9-99ED-E02383EA269E}" srcOrd="0" destOrd="0" presId="urn:microsoft.com/office/officeart/2005/8/layout/hierarchy2"/>
    <dgm:cxn modelId="{B3133FF4-8A37-413E-A9EA-4920CC5CAD88}" srcId="{8DA27275-8115-40AB-8F5A-B67A444EAC96}" destId="{8F427CED-1006-4F33-A9F9-5673C2442C52}" srcOrd="0" destOrd="0" parTransId="{716E34FC-D1C7-423E-82F2-7093988D1BA4}" sibTransId="{03F125A5-E49A-427F-B5C0-43BEE49E8291}"/>
    <dgm:cxn modelId="{109CA3FA-D821-4FB0-BB78-0F54E1C34E5E}" type="presOf" srcId="{CCA6F0AF-405D-457E-AF47-EFAA8CB38C95}" destId="{2C69ACA1-5E8C-40CA-8BC9-EF0174C33401}" srcOrd="0" destOrd="0" presId="urn:microsoft.com/office/officeart/2005/8/layout/hierarchy2"/>
    <dgm:cxn modelId="{2B239E2F-D8C1-471B-AE3D-8608DB5BB8C2}" type="presParOf" srcId="{00A65D94-BF53-46D6-AB7E-0E5A818BF9F7}" destId="{E4282779-A09A-47F7-B2FD-7A8A88F4995B}" srcOrd="0" destOrd="0" presId="urn:microsoft.com/office/officeart/2005/8/layout/hierarchy2"/>
    <dgm:cxn modelId="{22E80594-6C6A-4AD0-B9D1-40F78CD94AAC}" type="presParOf" srcId="{E4282779-A09A-47F7-B2FD-7A8A88F4995B}" destId="{8EC1FA2F-9682-4BA5-B78C-5D2DFDCFC3C2}" srcOrd="0" destOrd="0" presId="urn:microsoft.com/office/officeart/2005/8/layout/hierarchy2"/>
    <dgm:cxn modelId="{6998AA90-AE3B-4218-9121-DCCD751FF753}" type="presParOf" srcId="{E4282779-A09A-47F7-B2FD-7A8A88F4995B}" destId="{429A3AC4-C5F1-42D5-A60B-79040E8E841D}" srcOrd="1" destOrd="0" presId="urn:microsoft.com/office/officeart/2005/8/layout/hierarchy2"/>
    <dgm:cxn modelId="{258519D1-F8A6-417E-B5D6-320AB9E0964C}" type="presParOf" srcId="{00A65D94-BF53-46D6-AB7E-0E5A818BF9F7}" destId="{55D80DE6-681D-4D10-A43C-A0B737AE2BF0}" srcOrd="1" destOrd="0" presId="urn:microsoft.com/office/officeart/2005/8/layout/hierarchy2"/>
    <dgm:cxn modelId="{759A80EA-49E9-40F7-AB3B-2D4DD07E4ACF}" type="presParOf" srcId="{55D80DE6-681D-4D10-A43C-A0B737AE2BF0}" destId="{155A9214-6D7F-40B2-A2ED-420A38226249}" srcOrd="0" destOrd="0" presId="urn:microsoft.com/office/officeart/2005/8/layout/hierarchy2"/>
    <dgm:cxn modelId="{5C777342-B7EC-49DE-A4FC-5922F78F5E35}" type="presParOf" srcId="{55D80DE6-681D-4D10-A43C-A0B737AE2BF0}" destId="{E01F5B43-45D4-4354-8031-CE62343B3FA6}" srcOrd="1" destOrd="0" presId="urn:microsoft.com/office/officeart/2005/8/layout/hierarchy2"/>
    <dgm:cxn modelId="{A4550AFF-9E3B-4975-885B-7C87FE7513BA}" type="presParOf" srcId="{00A65D94-BF53-46D6-AB7E-0E5A818BF9F7}" destId="{BC23DDC2-0409-469B-B4D3-05D873BB1AE5}" srcOrd="2" destOrd="0" presId="urn:microsoft.com/office/officeart/2005/8/layout/hierarchy2"/>
    <dgm:cxn modelId="{6AE595D4-7250-4BE6-87DE-A04B56D5E660}" type="presParOf" srcId="{BC23DDC2-0409-469B-B4D3-05D873BB1AE5}" destId="{16FF350A-09DD-43E9-99ED-E02383EA269E}" srcOrd="0" destOrd="0" presId="urn:microsoft.com/office/officeart/2005/8/layout/hierarchy2"/>
    <dgm:cxn modelId="{3B92E5A1-55E9-4071-825E-A4C7CBAD88ED}" type="presParOf" srcId="{BC23DDC2-0409-469B-B4D3-05D873BB1AE5}" destId="{F5D18E3A-B1E6-4B44-B403-59409C210AA9}" srcOrd="1" destOrd="0" presId="urn:microsoft.com/office/officeart/2005/8/layout/hierarchy2"/>
    <dgm:cxn modelId="{66C901B2-4270-4817-9F94-FFEBE2DD1139}" type="presParOf" srcId="{F5D18E3A-B1E6-4B44-B403-59409C210AA9}" destId="{935741A1-AB20-4FC9-8727-760058FCE20E}" srcOrd="0" destOrd="0" presId="urn:microsoft.com/office/officeart/2005/8/layout/hierarchy2"/>
    <dgm:cxn modelId="{9121E5E8-8190-4413-B489-EBB1A3AEFBB8}" type="presParOf" srcId="{935741A1-AB20-4FC9-8727-760058FCE20E}" destId="{9FE42ED0-1ECC-4845-8072-C6C6831C5415}" srcOrd="0" destOrd="0" presId="urn:microsoft.com/office/officeart/2005/8/layout/hierarchy2"/>
    <dgm:cxn modelId="{C02C9E90-C8B7-4438-BC06-74B3F8C94793}" type="presParOf" srcId="{F5D18E3A-B1E6-4B44-B403-59409C210AA9}" destId="{7DF0378A-6AC7-413D-863C-1FDB0297A53C}" srcOrd="1" destOrd="0" presId="urn:microsoft.com/office/officeart/2005/8/layout/hierarchy2"/>
    <dgm:cxn modelId="{5F61E668-AEA2-4641-865C-A89BB42259E4}" type="presParOf" srcId="{7DF0378A-6AC7-413D-863C-1FDB0297A53C}" destId="{63849802-B4A7-437B-9CD4-341D95E48E3E}" srcOrd="0" destOrd="0" presId="urn:microsoft.com/office/officeart/2005/8/layout/hierarchy2"/>
    <dgm:cxn modelId="{7B81FD34-DF48-4F00-813F-E7E706CD4449}" type="presParOf" srcId="{7DF0378A-6AC7-413D-863C-1FDB0297A53C}" destId="{C7DABE88-24CE-4B05-B2BB-C1ED8058266E}" srcOrd="1" destOrd="0" presId="urn:microsoft.com/office/officeart/2005/8/layout/hierarchy2"/>
    <dgm:cxn modelId="{E264A37D-D318-47A7-A353-33852EEE860D}" type="presParOf" srcId="{F5D18E3A-B1E6-4B44-B403-59409C210AA9}" destId="{06E31892-0486-4930-BD57-47BFA2A3D8EB}" srcOrd="2" destOrd="0" presId="urn:microsoft.com/office/officeart/2005/8/layout/hierarchy2"/>
    <dgm:cxn modelId="{87204B56-0B35-4FAE-A6DE-067BE80DBCFF}" type="presParOf" srcId="{06E31892-0486-4930-BD57-47BFA2A3D8EB}" destId="{1082D1F9-6044-4477-A89D-3A17C90401DE}" srcOrd="0" destOrd="0" presId="urn:microsoft.com/office/officeart/2005/8/layout/hierarchy2"/>
    <dgm:cxn modelId="{DBF3A10B-7709-49FA-919E-CE0F2D13D935}" type="presParOf" srcId="{F5D18E3A-B1E6-4B44-B403-59409C210AA9}" destId="{898983F0-CE41-4A99-AE8A-F5F9ECEBC8F8}" srcOrd="3" destOrd="0" presId="urn:microsoft.com/office/officeart/2005/8/layout/hierarchy2"/>
    <dgm:cxn modelId="{3A9015F5-91D1-43CE-97AC-37A8559D3CE2}" type="presParOf" srcId="{898983F0-CE41-4A99-AE8A-F5F9ECEBC8F8}" destId="{FBCAAF34-D87F-4DDA-BAF1-C09F058EBBBC}" srcOrd="0" destOrd="0" presId="urn:microsoft.com/office/officeart/2005/8/layout/hierarchy2"/>
    <dgm:cxn modelId="{C478E0CC-EBDE-4826-8EEE-67326A6FCD4F}" type="presParOf" srcId="{898983F0-CE41-4A99-AE8A-F5F9ECEBC8F8}" destId="{35A7FAD9-B9A4-4822-B944-665D3C3664D3}" srcOrd="1" destOrd="0" presId="urn:microsoft.com/office/officeart/2005/8/layout/hierarchy2"/>
    <dgm:cxn modelId="{17A7838A-CD39-4474-B741-6AC49EB4BEA9}" type="presParOf" srcId="{F5D18E3A-B1E6-4B44-B403-59409C210AA9}" destId="{BBA31EEC-4854-46A5-9038-2C47F5CC8A13}" srcOrd="4" destOrd="0" presId="urn:microsoft.com/office/officeart/2005/8/layout/hierarchy2"/>
    <dgm:cxn modelId="{955A546A-EB10-4618-9B61-FB1C06B20DCD}" type="presParOf" srcId="{BBA31EEC-4854-46A5-9038-2C47F5CC8A13}" destId="{FD1E9096-DACB-4B11-AB09-1623DE0CCAD4}" srcOrd="0" destOrd="0" presId="urn:microsoft.com/office/officeart/2005/8/layout/hierarchy2"/>
    <dgm:cxn modelId="{93D25DFC-0C60-4E96-9E94-162178934042}" type="presParOf" srcId="{F5D18E3A-B1E6-4B44-B403-59409C210AA9}" destId="{B0DD43E3-BD20-4174-BE7F-8696014CEB02}" srcOrd="5" destOrd="0" presId="urn:microsoft.com/office/officeart/2005/8/layout/hierarchy2"/>
    <dgm:cxn modelId="{3DE1DD92-AFAB-47FA-97FA-D3F3E65BA53A}" type="presParOf" srcId="{B0DD43E3-BD20-4174-BE7F-8696014CEB02}" destId="{2C69ACA1-5E8C-40CA-8BC9-EF0174C33401}" srcOrd="0" destOrd="0" presId="urn:microsoft.com/office/officeart/2005/8/layout/hierarchy2"/>
    <dgm:cxn modelId="{FB454712-BEB5-4F50-A491-E559BE482BE4}" type="presParOf" srcId="{B0DD43E3-BD20-4174-BE7F-8696014CEB02}" destId="{4E0EB56A-58EE-4D5D-848B-C8311B08119F}" srcOrd="1" destOrd="0" presId="urn:microsoft.com/office/officeart/2005/8/layout/hierarchy2"/>
    <dgm:cxn modelId="{9AFE0FE7-80F3-4F6E-9E31-DA5D6D5D0921}" type="presParOf" srcId="{F5D18E3A-B1E6-4B44-B403-59409C210AA9}" destId="{F2CB78E3-A164-44EE-8A3A-7C26B4840C53}" srcOrd="6" destOrd="0" presId="urn:microsoft.com/office/officeart/2005/8/layout/hierarchy2"/>
    <dgm:cxn modelId="{5EB05F62-91B8-4A72-9E27-CEB7AEB14786}" type="presParOf" srcId="{F2CB78E3-A164-44EE-8A3A-7C26B4840C53}" destId="{2ECCBE18-8BA1-4FAB-8F2C-A76A78872E51}" srcOrd="0" destOrd="0" presId="urn:microsoft.com/office/officeart/2005/8/layout/hierarchy2"/>
    <dgm:cxn modelId="{7934ED9C-ECC3-45E6-9072-8F3F7FA656CD}" type="presParOf" srcId="{F5D18E3A-B1E6-4B44-B403-59409C210AA9}" destId="{8414206A-7AFB-4B21-96FD-BF77AFBADD6F}" srcOrd="7" destOrd="0" presId="urn:microsoft.com/office/officeart/2005/8/layout/hierarchy2"/>
    <dgm:cxn modelId="{178BD7C1-DD11-4F9B-B684-60D9F2689B68}" type="presParOf" srcId="{8414206A-7AFB-4B21-96FD-BF77AFBADD6F}" destId="{1CB44855-A11E-4BF8-8331-B5A5F283904F}" srcOrd="0" destOrd="0" presId="urn:microsoft.com/office/officeart/2005/8/layout/hierarchy2"/>
    <dgm:cxn modelId="{9ECCDCA1-2030-41FA-B936-AC76C53278B5}" type="presParOf" srcId="{8414206A-7AFB-4B21-96FD-BF77AFBADD6F}" destId="{0D837D4E-34D6-42C8-9B33-AC4B886D3F7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5C9695-EDDE-4D49-B23C-C45144093F9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78BAE7A-58DC-4B86-A5CB-839AE9AC2094}">
      <dgm:prSet/>
      <dgm:spPr/>
      <dgm:t>
        <a:bodyPr/>
        <a:lstStyle/>
        <a:p>
          <a:r>
            <a:rPr lang="en-US"/>
            <a:t>Optimal Clusters/Segments = 3</a:t>
          </a:r>
        </a:p>
      </dgm:t>
    </dgm:pt>
    <dgm:pt modelId="{3AC89EBE-D643-41FD-ADF2-0C10518DC045}" type="parTrans" cxnId="{1D1435CA-E6D9-4D76-A22C-BFE97542D6F2}">
      <dgm:prSet/>
      <dgm:spPr/>
      <dgm:t>
        <a:bodyPr/>
        <a:lstStyle/>
        <a:p>
          <a:endParaRPr lang="en-US"/>
        </a:p>
      </dgm:t>
    </dgm:pt>
    <dgm:pt modelId="{8B8486D3-D13B-4258-ADC2-D90E7E60EF53}" type="sibTrans" cxnId="{1D1435CA-E6D9-4D76-A22C-BFE97542D6F2}">
      <dgm:prSet/>
      <dgm:spPr/>
      <dgm:t>
        <a:bodyPr/>
        <a:lstStyle/>
        <a:p>
          <a:endParaRPr lang="en-US"/>
        </a:p>
      </dgm:t>
    </dgm:pt>
    <dgm:pt modelId="{2743504C-B53C-45A0-8C50-11ADCAB1833F}">
      <dgm:prSet/>
      <dgm:spPr/>
      <dgm:t>
        <a:bodyPr/>
        <a:lstStyle/>
        <a:p>
          <a:r>
            <a:rPr lang="en-US"/>
            <a:t>Interesting Insights</a:t>
          </a:r>
        </a:p>
      </dgm:t>
    </dgm:pt>
    <dgm:pt modelId="{D9ADF0DD-0221-45B5-8005-B66037447F69}" type="parTrans" cxnId="{DD009F03-B095-4F0E-A2FF-6067ACB11F8A}">
      <dgm:prSet/>
      <dgm:spPr/>
      <dgm:t>
        <a:bodyPr/>
        <a:lstStyle/>
        <a:p>
          <a:endParaRPr lang="en-US"/>
        </a:p>
      </dgm:t>
    </dgm:pt>
    <dgm:pt modelId="{C7E56869-1FB1-454E-9551-981FFA030301}" type="sibTrans" cxnId="{DD009F03-B095-4F0E-A2FF-6067ACB11F8A}">
      <dgm:prSet/>
      <dgm:spPr/>
      <dgm:t>
        <a:bodyPr/>
        <a:lstStyle/>
        <a:p>
          <a:endParaRPr lang="en-US"/>
        </a:p>
      </dgm:t>
    </dgm:pt>
    <dgm:pt modelId="{DB20E599-3350-44F1-A4DF-C714CF0ED090}">
      <dgm:prSet/>
      <dgm:spPr/>
      <dgm:t>
        <a:bodyPr/>
        <a:lstStyle/>
        <a:p>
          <a:r>
            <a:rPr lang="en-US"/>
            <a:t>Requires more depth</a:t>
          </a:r>
        </a:p>
      </dgm:t>
    </dgm:pt>
    <dgm:pt modelId="{12209979-422B-4496-8A2A-7702E8B5674F}" type="parTrans" cxnId="{4952A71F-27EC-4533-931A-001BAD6A058F}">
      <dgm:prSet/>
      <dgm:spPr/>
      <dgm:t>
        <a:bodyPr/>
        <a:lstStyle/>
        <a:p>
          <a:endParaRPr lang="en-US"/>
        </a:p>
      </dgm:t>
    </dgm:pt>
    <dgm:pt modelId="{E273323D-D336-4008-8259-18242DA15F68}" type="sibTrans" cxnId="{4952A71F-27EC-4533-931A-001BAD6A058F}">
      <dgm:prSet/>
      <dgm:spPr/>
      <dgm:t>
        <a:bodyPr/>
        <a:lstStyle/>
        <a:p>
          <a:endParaRPr lang="en-US"/>
        </a:p>
      </dgm:t>
    </dgm:pt>
    <dgm:pt modelId="{9DF94507-3D79-40E0-B4A0-79533B4879C5}" type="pres">
      <dgm:prSet presAssocID="{9A5C9695-EDDE-4D49-B23C-C45144093F94}" presName="linear" presStyleCnt="0">
        <dgm:presLayoutVars>
          <dgm:dir/>
          <dgm:animLvl val="lvl"/>
          <dgm:resizeHandles val="exact"/>
        </dgm:presLayoutVars>
      </dgm:prSet>
      <dgm:spPr/>
    </dgm:pt>
    <dgm:pt modelId="{558E0DA6-D756-46C7-ABFE-5743DFA3B4BE}" type="pres">
      <dgm:prSet presAssocID="{978BAE7A-58DC-4B86-A5CB-839AE9AC2094}" presName="parentLin" presStyleCnt="0"/>
      <dgm:spPr/>
    </dgm:pt>
    <dgm:pt modelId="{33A0DCBA-D31B-46F5-8A7B-239ACC7EE128}" type="pres">
      <dgm:prSet presAssocID="{978BAE7A-58DC-4B86-A5CB-839AE9AC2094}" presName="parentLeftMargin" presStyleLbl="node1" presStyleIdx="0" presStyleCnt="3"/>
      <dgm:spPr/>
    </dgm:pt>
    <dgm:pt modelId="{2952D392-9A5F-41B9-ACB9-59A3C09ACF55}" type="pres">
      <dgm:prSet presAssocID="{978BAE7A-58DC-4B86-A5CB-839AE9AC20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D7CD00B-2F08-44D1-AF34-6DF34ECCC37E}" type="pres">
      <dgm:prSet presAssocID="{978BAE7A-58DC-4B86-A5CB-839AE9AC2094}" presName="negativeSpace" presStyleCnt="0"/>
      <dgm:spPr/>
    </dgm:pt>
    <dgm:pt modelId="{BD42BA22-773E-4EEF-9DEA-23E7ECA1C113}" type="pres">
      <dgm:prSet presAssocID="{978BAE7A-58DC-4B86-A5CB-839AE9AC2094}" presName="childText" presStyleLbl="conFgAcc1" presStyleIdx="0" presStyleCnt="3">
        <dgm:presLayoutVars>
          <dgm:bulletEnabled val="1"/>
        </dgm:presLayoutVars>
      </dgm:prSet>
      <dgm:spPr/>
    </dgm:pt>
    <dgm:pt modelId="{0FAC9E1A-BFCB-4880-91DA-9C1292917A75}" type="pres">
      <dgm:prSet presAssocID="{8B8486D3-D13B-4258-ADC2-D90E7E60EF53}" presName="spaceBetweenRectangles" presStyleCnt="0"/>
      <dgm:spPr/>
    </dgm:pt>
    <dgm:pt modelId="{433DBDE4-4741-466E-A5B2-03F61F638952}" type="pres">
      <dgm:prSet presAssocID="{2743504C-B53C-45A0-8C50-11ADCAB1833F}" presName="parentLin" presStyleCnt="0"/>
      <dgm:spPr/>
    </dgm:pt>
    <dgm:pt modelId="{8B1147F1-2E79-4266-ACE2-E0A88A957C98}" type="pres">
      <dgm:prSet presAssocID="{2743504C-B53C-45A0-8C50-11ADCAB1833F}" presName="parentLeftMargin" presStyleLbl="node1" presStyleIdx="0" presStyleCnt="3"/>
      <dgm:spPr/>
    </dgm:pt>
    <dgm:pt modelId="{3058CC51-8E6C-49E4-AB00-7CC191DCC7C5}" type="pres">
      <dgm:prSet presAssocID="{2743504C-B53C-45A0-8C50-11ADCAB183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01A4DB6-1B66-4D0F-AFFB-20DC887840AF}" type="pres">
      <dgm:prSet presAssocID="{2743504C-B53C-45A0-8C50-11ADCAB1833F}" presName="negativeSpace" presStyleCnt="0"/>
      <dgm:spPr/>
    </dgm:pt>
    <dgm:pt modelId="{3D295EF6-9E94-4111-93D6-7A9F4AF180F9}" type="pres">
      <dgm:prSet presAssocID="{2743504C-B53C-45A0-8C50-11ADCAB1833F}" presName="childText" presStyleLbl="conFgAcc1" presStyleIdx="1" presStyleCnt="3">
        <dgm:presLayoutVars>
          <dgm:bulletEnabled val="1"/>
        </dgm:presLayoutVars>
      </dgm:prSet>
      <dgm:spPr/>
    </dgm:pt>
    <dgm:pt modelId="{A66160E7-C95F-4FE5-9BCC-2C16F05E8A2C}" type="pres">
      <dgm:prSet presAssocID="{C7E56869-1FB1-454E-9551-981FFA030301}" presName="spaceBetweenRectangles" presStyleCnt="0"/>
      <dgm:spPr/>
    </dgm:pt>
    <dgm:pt modelId="{2384009A-F128-4B28-AF5B-8837116FC364}" type="pres">
      <dgm:prSet presAssocID="{DB20E599-3350-44F1-A4DF-C714CF0ED090}" presName="parentLin" presStyleCnt="0"/>
      <dgm:spPr/>
    </dgm:pt>
    <dgm:pt modelId="{15ED21A7-3D6D-45D2-837E-211EA8AA4518}" type="pres">
      <dgm:prSet presAssocID="{DB20E599-3350-44F1-A4DF-C714CF0ED090}" presName="parentLeftMargin" presStyleLbl="node1" presStyleIdx="1" presStyleCnt="3"/>
      <dgm:spPr/>
    </dgm:pt>
    <dgm:pt modelId="{9C81B88C-ADD0-4E31-825C-9041C74E6090}" type="pres">
      <dgm:prSet presAssocID="{DB20E599-3350-44F1-A4DF-C714CF0ED09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369C6D1-3968-479C-BD68-015D9E26E900}" type="pres">
      <dgm:prSet presAssocID="{DB20E599-3350-44F1-A4DF-C714CF0ED090}" presName="negativeSpace" presStyleCnt="0"/>
      <dgm:spPr/>
    </dgm:pt>
    <dgm:pt modelId="{0F009D41-0F9A-467C-98FF-C55C5BDDED71}" type="pres">
      <dgm:prSet presAssocID="{DB20E599-3350-44F1-A4DF-C714CF0ED09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D009F03-B095-4F0E-A2FF-6067ACB11F8A}" srcId="{9A5C9695-EDDE-4D49-B23C-C45144093F94}" destId="{2743504C-B53C-45A0-8C50-11ADCAB1833F}" srcOrd="1" destOrd="0" parTransId="{D9ADF0DD-0221-45B5-8005-B66037447F69}" sibTransId="{C7E56869-1FB1-454E-9551-981FFA030301}"/>
    <dgm:cxn modelId="{5FC5140E-FD05-4798-962D-991FFDF78B94}" type="presOf" srcId="{2743504C-B53C-45A0-8C50-11ADCAB1833F}" destId="{8B1147F1-2E79-4266-ACE2-E0A88A957C98}" srcOrd="0" destOrd="0" presId="urn:microsoft.com/office/officeart/2005/8/layout/list1"/>
    <dgm:cxn modelId="{4952A71F-27EC-4533-931A-001BAD6A058F}" srcId="{9A5C9695-EDDE-4D49-B23C-C45144093F94}" destId="{DB20E599-3350-44F1-A4DF-C714CF0ED090}" srcOrd="2" destOrd="0" parTransId="{12209979-422B-4496-8A2A-7702E8B5674F}" sibTransId="{E273323D-D336-4008-8259-18242DA15F68}"/>
    <dgm:cxn modelId="{AC4D163F-0CC7-42AB-A144-7A26DD4E60E6}" type="presOf" srcId="{978BAE7A-58DC-4B86-A5CB-839AE9AC2094}" destId="{33A0DCBA-D31B-46F5-8A7B-239ACC7EE128}" srcOrd="0" destOrd="0" presId="urn:microsoft.com/office/officeart/2005/8/layout/list1"/>
    <dgm:cxn modelId="{4698E656-8E7D-47DC-9FEF-1BBB99B72F3A}" type="presOf" srcId="{DB20E599-3350-44F1-A4DF-C714CF0ED090}" destId="{15ED21A7-3D6D-45D2-837E-211EA8AA4518}" srcOrd="0" destOrd="0" presId="urn:microsoft.com/office/officeart/2005/8/layout/list1"/>
    <dgm:cxn modelId="{BDE7ECB1-B9D6-4A81-A58E-66193DC6661E}" type="presOf" srcId="{9A5C9695-EDDE-4D49-B23C-C45144093F94}" destId="{9DF94507-3D79-40E0-B4A0-79533B4879C5}" srcOrd="0" destOrd="0" presId="urn:microsoft.com/office/officeart/2005/8/layout/list1"/>
    <dgm:cxn modelId="{D072E6B4-DFC1-4FFD-8C34-2CC30E3D01F1}" type="presOf" srcId="{DB20E599-3350-44F1-A4DF-C714CF0ED090}" destId="{9C81B88C-ADD0-4E31-825C-9041C74E6090}" srcOrd="1" destOrd="0" presId="urn:microsoft.com/office/officeart/2005/8/layout/list1"/>
    <dgm:cxn modelId="{D59422B8-6720-4178-B734-DB508415AF37}" type="presOf" srcId="{2743504C-B53C-45A0-8C50-11ADCAB1833F}" destId="{3058CC51-8E6C-49E4-AB00-7CC191DCC7C5}" srcOrd="1" destOrd="0" presId="urn:microsoft.com/office/officeart/2005/8/layout/list1"/>
    <dgm:cxn modelId="{1D1435CA-E6D9-4D76-A22C-BFE97542D6F2}" srcId="{9A5C9695-EDDE-4D49-B23C-C45144093F94}" destId="{978BAE7A-58DC-4B86-A5CB-839AE9AC2094}" srcOrd="0" destOrd="0" parTransId="{3AC89EBE-D643-41FD-ADF2-0C10518DC045}" sibTransId="{8B8486D3-D13B-4258-ADC2-D90E7E60EF53}"/>
    <dgm:cxn modelId="{4F7F40FF-D5A2-4746-9496-DFB1363FF840}" type="presOf" srcId="{978BAE7A-58DC-4B86-A5CB-839AE9AC2094}" destId="{2952D392-9A5F-41B9-ACB9-59A3C09ACF55}" srcOrd="1" destOrd="0" presId="urn:microsoft.com/office/officeart/2005/8/layout/list1"/>
    <dgm:cxn modelId="{B1446CCE-9E6B-4403-A546-503917A2A86B}" type="presParOf" srcId="{9DF94507-3D79-40E0-B4A0-79533B4879C5}" destId="{558E0DA6-D756-46C7-ABFE-5743DFA3B4BE}" srcOrd="0" destOrd="0" presId="urn:microsoft.com/office/officeart/2005/8/layout/list1"/>
    <dgm:cxn modelId="{4C4C44A3-28D9-4C5A-91BF-D9B94BC7475F}" type="presParOf" srcId="{558E0DA6-D756-46C7-ABFE-5743DFA3B4BE}" destId="{33A0DCBA-D31B-46F5-8A7B-239ACC7EE128}" srcOrd="0" destOrd="0" presId="urn:microsoft.com/office/officeart/2005/8/layout/list1"/>
    <dgm:cxn modelId="{8B4590A3-9C76-4077-AC7E-16DF5B0A9AED}" type="presParOf" srcId="{558E0DA6-D756-46C7-ABFE-5743DFA3B4BE}" destId="{2952D392-9A5F-41B9-ACB9-59A3C09ACF55}" srcOrd="1" destOrd="0" presId="urn:microsoft.com/office/officeart/2005/8/layout/list1"/>
    <dgm:cxn modelId="{A0CC906A-BBBE-48FD-96B8-23934A583EF7}" type="presParOf" srcId="{9DF94507-3D79-40E0-B4A0-79533B4879C5}" destId="{9D7CD00B-2F08-44D1-AF34-6DF34ECCC37E}" srcOrd="1" destOrd="0" presId="urn:microsoft.com/office/officeart/2005/8/layout/list1"/>
    <dgm:cxn modelId="{8EDCB54B-0A04-4111-AC64-1778CB812645}" type="presParOf" srcId="{9DF94507-3D79-40E0-B4A0-79533B4879C5}" destId="{BD42BA22-773E-4EEF-9DEA-23E7ECA1C113}" srcOrd="2" destOrd="0" presId="urn:microsoft.com/office/officeart/2005/8/layout/list1"/>
    <dgm:cxn modelId="{4715B681-15D1-458A-909E-F7DA150AF492}" type="presParOf" srcId="{9DF94507-3D79-40E0-B4A0-79533B4879C5}" destId="{0FAC9E1A-BFCB-4880-91DA-9C1292917A75}" srcOrd="3" destOrd="0" presId="urn:microsoft.com/office/officeart/2005/8/layout/list1"/>
    <dgm:cxn modelId="{62277B2C-C3A8-440C-8C28-C5C9567FB1C9}" type="presParOf" srcId="{9DF94507-3D79-40E0-B4A0-79533B4879C5}" destId="{433DBDE4-4741-466E-A5B2-03F61F638952}" srcOrd="4" destOrd="0" presId="urn:microsoft.com/office/officeart/2005/8/layout/list1"/>
    <dgm:cxn modelId="{0C3F31BD-229A-4D7F-9EFA-205C60141F56}" type="presParOf" srcId="{433DBDE4-4741-466E-A5B2-03F61F638952}" destId="{8B1147F1-2E79-4266-ACE2-E0A88A957C98}" srcOrd="0" destOrd="0" presId="urn:microsoft.com/office/officeart/2005/8/layout/list1"/>
    <dgm:cxn modelId="{E7B0872E-FC73-465E-AD85-5C73932196A5}" type="presParOf" srcId="{433DBDE4-4741-466E-A5B2-03F61F638952}" destId="{3058CC51-8E6C-49E4-AB00-7CC191DCC7C5}" srcOrd="1" destOrd="0" presId="urn:microsoft.com/office/officeart/2005/8/layout/list1"/>
    <dgm:cxn modelId="{3D8981FF-2AF9-4B40-B5A6-F3C62D4A28D5}" type="presParOf" srcId="{9DF94507-3D79-40E0-B4A0-79533B4879C5}" destId="{801A4DB6-1B66-4D0F-AFFB-20DC887840AF}" srcOrd="5" destOrd="0" presId="urn:microsoft.com/office/officeart/2005/8/layout/list1"/>
    <dgm:cxn modelId="{C0272356-AE7D-4C32-B807-459ACC369AC8}" type="presParOf" srcId="{9DF94507-3D79-40E0-B4A0-79533B4879C5}" destId="{3D295EF6-9E94-4111-93D6-7A9F4AF180F9}" srcOrd="6" destOrd="0" presId="urn:microsoft.com/office/officeart/2005/8/layout/list1"/>
    <dgm:cxn modelId="{D87044B3-9DD3-4C90-90CA-44DB1156462F}" type="presParOf" srcId="{9DF94507-3D79-40E0-B4A0-79533B4879C5}" destId="{A66160E7-C95F-4FE5-9BCC-2C16F05E8A2C}" srcOrd="7" destOrd="0" presId="urn:microsoft.com/office/officeart/2005/8/layout/list1"/>
    <dgm:cxn modelId="{7D301914-7092-4191-AE42-28347F86D25D}" type="presParOf" srcId="{9DF94507-3D79-40E0-B4A0-79533B4879C5}" destId="{2384009A-F128-4B28-AF5B-8837116FC364}" srcOrd="8" destOrd="0" presId="urn:microsoft.com/office/officeart/2005/8/layout/list1"/>
    <dgm:cxn modelId="{BDAE9FA4-FE9F-48C6-9B51-03656E4C49B2}" type="presParOf" srcId="{2384009A-F128-4B28-AF5B-8837116FC364}" destId="{15ED21A7-3D6D-45D2-837E-211EA8AA4518}" srcOrd="0" destOrd="0" presId="urn:microsoft.com/office/officeart/2005/8/layout/list1"/>
    <dgm:cxn modelId="{4A24D9A7-FA83-4836-AE4A-7F0644ACD70D}" type="presParOf" srcId="{2384009A-F128-4B28-AF5B-8837116FC364}" destId="{9C81B88C-ADD0-4E31-825C-9041C74E6090}" srcOrd="1" destOrd="0" presId="urn:microsoft.com/office/officeart/2005/8/layout/list1"/>
    <dgm:cxn modelId="{4EC3DDE3-9ED4-43CB-825A-2A4E5A162C11}" type="presParOf" srcId="{9DF94507-3D79-40E0-B4A0-79533B4879C5}" destId="{6369C6D1-3968-479C-BD68-015D9E26E900}" srcOrd="9" destOrd="0" presId="urn:microsoft.com/office/officeart/2005/8/layout/list1"/>
    <dgm:cxn modelId="{574CEB00-B41C-40FC-A2B2-E3E87B7C2828}" type="presParOf" srcId="{9DF94507-3D79-40E0-B4A0-79533B4879C5}" destId="{0F009D41-0F9A-467C-98FF-C55C5BDDED7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5D5F40-24F2-496C-848A-8172787244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5D81372E-74C3-431E-8F58-2958933D6AC3}">
      <dgm:prSet/>
      <dgm:spPr/>
      <dgm:t>
        <a:bodyPr/>
        <a:lstStyle/>
        <a:p>
          <a:pPr>
            <a:defRPr cap="all"/>
          </a:pPr>
          <a:r>
            <a:rPr lang="en-US"/>
            <a:t>5 Clusters </a:t>
          </a:r>
        </a:p>
      </dgm:t>
    </dgm:pt>
    <dgm:pt modelId="{63A61F62-3222-4FFA-93DD-E17BA535B809}" type="parTrans" cxnId="{50060B7B-D781-4597-AA64-2BC725D526FA}">
      <dgm:prSet/>
      <dgm:spPr/>
      <dgm:t>
        <a:bodyPr/>
        <a:lstStyle/>
        <a:p>
          <a:endParaRPr lang="en-US"/>
        </a:p>
      </dgm:t>
    </dgm:pt>
    <dgm:pt modelId="{095E3839-5D41-4B29-80D6-AFED52C639CA}" type="sibTrans" cxnId="{50060B7B-D781-4597-AA64-2BC725D526FA}">
      <dgm:prSet/>
      <dgm:spPr/>
      <dgm:t>
        <a:bodyPr/>
        <a:lstStyle/>
        <a:p>
          <a:endParaRPr lang="en-US"/>
        </a:p>
      </dgm:t>
    </dgm:pt>
    <dgm:pt modelId="{BD3A5659-3E13-406C-9D85-BBD149FBBEEC}">
      <dgm:prSet/>
      <dgm:spPr/>
      <dgm:t>
        <a:bodyPr/>
        <a:lstStyle/>
        <a:p>
          <a:pPr>
            <a:defRPr cap="all"/>
          </a:pPr>
          <a:r>
            <a:rPr lang="en-US"/>
            <a:t>5 Perks</a:t>
          </a:r>
        </a:p>
      </dgm:t>
    </dgm:pt>
    <dgm:pt modelId="{CD140699-CE9C-4800-9CA6-45DE45EBCBF7}" type="parTrans" cxnId="{3BBB3784-374B-433D-9752-1C4A38F3B57C}">
      <dgm:prSet/>
      <dgm:spPr/>
      <dgm:t>
        <a:bodyPr/>
        <a:lstStyle/>
        <a:p>
          <a:endParaRPr lang="en-US"/>
        </a:p>
      </dgm:t>
    </dgm:pt>
    <dgm:pt modelId="{D1695797-A19E-475B-B6A2-336F5F7C5A70}" type="sibTrans" cxnId="{3BBB3784-374B-433D-9752-1C4A38F3B57C}">
      <dgm:prSet/>
      <dgm:spPr/>
      <dgm:t>
        <a:bodyPr/>
        <a:lstStyle/>
        <a:p>
          <a:endParaRPr lang="en-US"/>
        </a:p>
      </dgm:t>
    </dgm:pt>
    <dgm:pt modelId="{BE08F7B0-CA5E-4509-95AA-43E66D0FFEBA}" type="pres">
      <dgm:prSet presAssocID="{865D5F40-24F2-496C-848A-8172787244D8}" presName="root" presStyleCnt="0">
        <dgm:presLayoutVars>
          <dgm:dir/>
          <dgm:resizeHandles val="exact"/>
        </dgm:presLayoutVars>
      </dgm:prSet>
      <dgm:spPr/>
    </dgm:pt>
    <dgm:pt modelId="{02BF8377-4C11-45DA-A97C-BFE5BA96F42E}" type="pres">
      <dgm:prSet presAssocID="{5D81372E-74C3-431E-8F58-2958933D6AC3}" presName="compNode" presStyleCnt="0"/>
      <dgm:spPr/>
    </dgm:pt>
    <dgm:pt modelId="{11EA0B1D-D5C4-4680-A462-B3FC16A5AC13}" type="pres">
      <dgm:prSet presAssocID="{5D81372E-74C3-431E-8F58-2958933D6AC3}" presName="iconBgRect" presStyleLbl="bgShp" presStyleIdx="0" presStyleCnt="2"/>
      <dgm:spPr/>
    </dgm:pt>
    <dgm:pt modelId="{8C0DB68F-C49B-461B-8B8C-2BA0E6FECD0B}" type="pres">
      <dgm:prSet presAssocID="{5D81372E-74C3-431E-8F58-2958933D6AC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1A385EC-63D3-4443-8CBA-EA02351DA822}" type="pres">
      <dgm:prSet presAssocID="{5D81372E-74C3-431E-8F58-2958933D6AC3}" presName="spaceRect" presStyleCnt="0"/>
      <dgm:spPr/>
    </dgm:pt>
    <dgm:pt modelId="{12DC5F12-5C3A-4E6F-9C07-A52A3293C285}" type="pres">
      <dgm:prSet presAssocID="{5D81372E-74C3-431E-8F58-2958933D6AC3}" presName="textRect" presStyleLbl="revTx" presStyleIdx="0" presStyleCnt="2">
        <dgm:presLayoutVars>
          <dgm:chMax val="1"/>
          <dgm:chPref val="1"/>
        </dgm:presLayoutVars>
      </dgm:prSet>
      <dgm:spPr/>
    </dgm:pt>
    <dgm:pt modelId="{7BD405CD-24F1-4154-B840-49789FE1DA8D}" type="pres">
      <dgm:prSet presAssocID="{095E3839-5D41-4B29-80D6-AFED52C639CA}" presName="sibTrans" presStyleCnt="0"/>
      <dgm:spPr/>
    </dgm:pt>
    <dgm:pt modelId="{2B4C53C0-4DB2-498F-9A82-5A3CB7A8CD68}" type="pres">
      <dgm:prSet presAssocID="{BD3A5659-3E13-406C-9D85-BBD149FBBEEC}" presName="compNode" presStyleCnt="0"/>
      <dgm:spPr/>
    </dgm:pt>
    <dgm:pt modelId="{76C2BAAC-5C25-458A-96FA-0915549D7305}" type="pres">
      <dgm:prSet presAssocID="{BD3A5659-3E13-406C-9D85-BBD149FBBEEC}" presName="iconBgRect" presStyleLbl="bgShp" presStyleIdx="1" presStyleCnt="2"/>
      <dgm:spPr/>
    </dgm:pt>
    <dgm:pt modelId="{C862C60B-2DE0-4A82-B2DD-6959FC3E76AA}" type="pres">
      <dgm:prSet presAssocID="{BD3A5659-3E13-406C-9D85-BBD149FBBE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D4B84B09-C06C-4C67-A332-6867D3561FF1}" type="pres">
      <dgm:prSet presAssocID="{BD3A5659-3E13-406C-9D85-BBD149FBBEEC}" presName="spaceRect" presStyleCnt="0"/>
      <dgm:spPr/>
    </dgm:pt>
    <dgm:pt modelId="{5FD32DFF-03E2-45DD-B718-09ACF2A8CF1C}" type="pres">
      <dgm:prSet presAssocID="{BD3A5659-3E13-406C-9D85-BBD149FBBEE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A76120A-F68C-4679-AF8D-AEDCD68965BC}" type="presOf" srcId="{865D5F40-24F2-496C-848A-8172787244D8}" destId="{BE08F7B0-CA5E-4509-95AA-43E66D0FFEBA}" srcOrd="0" destOrd="0" presId="urn:microsoft.com/office/officeart/2018/5/layout/IconCircleLabelList"/>
    <dgm:cxn modelId="{50060B7B-D781-4597-AA64-2BC725D526FA}" srcId="{865D5F40-24F2-496C-848A-8172787244D8}" destId="{5D81372E-74C3-431E-8F58-2958933D6AC3}" srcOrd="0" destOrd="0" parTransId="{63A61F62-3222-4FFA-93DD-E17BA535B809}" sibTransId="{095E3839-5D41-4B29-80D6-AFED52C639CA}"/>
    <dgm:cxn modelId="{3BBB3784-374B-433D-9752-1C4A38F3B57C}" srcId="{865D5F40-24F2-496C-848A-8172787244D8}" destId="{BD3A5659-3E13-406C-9D85-BBD149FBBEEC}" srcOrd="1" destOrd="0" parTransId="{CD140699-CE9C-4800-9CA6-45DE45EBCBF7}" sibTransId="{D1695797-A19E-475B-B6A2-336F5F7C5A70}"/>
    <dgm:cxn modelId="{40D73C8D-D22F-4489-A302-94D3BFF27D6C}" type="presOf" srcId="{BD3A5659-3E13-406C-9D85-BBD149FBBEEC}" destId="{5FD32DFF-03E2-45DD-B718-09ACF2A8CF1C}" srcOrd="0" destOrd="0" presId="urn:microsoft.com/office/officeart/2018/5/layout/IconCircleLabelList"/>
    <dgm:cxn modelId="{5E447BBD-373C-41A5-998A-FFE72BAB4F60}" type="presOf" srcId="{5D81372E-74C3-431E-8F58-2958933D6AC3}" destId="{12DC5F12-5C3A-4E6F-9C07-A52A3293C285}" srcOrd="0" destOrd="0" presId="urn:microsoft.com/office/officeart/2018/5/layout/IconCircleLabelList"/>
    <dgm:cxn modelId="{C1F7BE3F-4BE5-4653-B2B0-14938F4B1A91}" type="presParOf" srcId="{BE08F7B0-CA5E-4509-95AA-43E66D0FFEBA}" destId="{02BF8377-4C11-45DA-A97C-BFE5BA96F42E}" srcOrd="0" destOrd="0" presId="urn:microsoft.com/office/officeart/2018/5/layout/IconCircleLabelList"/>
    <dgm:cxn modelId="{32A0B922-DD20-4E71-8212-DB13E8798624}" type="presParOf" srcId="{02BF8377-4C11-45DA-A97C-BFE5BA96F42E}" destId="{11EA0B1D-D5C4-4680-A462-B3FC16A5AC13}" srcOrd="0" destOrd="0" presId="urn:microsoft.com/office/officeart/2018/5/layout/IconCircleLabelList"/>
    <dgm:cxn modelId="{D971EE13-8F3E-4D71-A700-079597868BE9}" type="presParOf" srcId="{02BF8377-4C11-45DA-A97C-BFE5BA96F42E}" destId="{8C0DB68F-C49B-461B-8B8C-2BA0E6FECD0B}" srcOrd="1" destOrd="0" presId="urn:microsoft.com/office/officeart/2018/5/layout/IconCircleLabelList"/>
    <dgm:cxn modelId="{B609EE82-3A2A-45CA-A35D-1E0C33E63019}" type="presParOf" srcId="{02BF8377-4C11-45DA-A97C-BFE5BA96F42E}" destId="{71A385EC-63D3-4443-8CBA-EA02351DA822}" srcOrd="2" destOrd="0" presId="urn:microsoft.com/office/officeart/2018/5/layout/IconCircleLabelList"/>
    <dgm:cxn modelId="{CD6C0B80-9D90-4B6F-9B40-96DC459386CD}" type="presParOf" srcId="{02BF8377-4C11-45DA-A97C-BFE5BA96F42E}" destId="{12DC5F12-5C3A-4E6F-9C07-A52A3293C285}" srcOrd="3" destOrd="0" presId="urn:microsoft.com/office/officeart/2018/5/layout/IconCircleLabelList"/>
    <dgm:cxn modelId="{7B33C6A8-C1E7-47E5-BC92-E3A05115C5AB}" type="presParOf" srcId="{BE08F7B0-CA5E-4509-95AA-43E66D0FFEBA}" destId="{7BD405CD-24F1-4154-B840-49789FE1DA8D}" srcOrd="1" destOrd="0" presId="urn:microsoft.com/office/officeart/2018/5/layout/IconCircleLabelList"/>
    <dgm:cxn modelId="{CCC463ED-4993-4099-9BF0-4B2B1712423F}" type="presParOf" srcId="{BE08F7B0-CA5E-4509-95AA-43E66D0FFEBA}" destId="{2B4C53C0-4DB2-498F-9A82-5A3CB7A8CD68}" srcOrd="2" destOrd="0" presId="urn:microsoft.com/office/officeart/2018/5/layout/IconCircleLabelList"/>
    <dgm:cxn modelId="{DB326EC4-3572-48F1-9AAA-EEEEEE830F3B}" type="presParOf" srcId="{2B4C53C0-4DB2-498F-9A82-5A3CB7A8CD68}" destId="{76C2BAAC-5C25-458A-96FA-0915549D7305}" srcOrd="0" destOrd="0" presId="urn:microsoft.com/office/officeart/2018/5/layout/IconCircleLabelList"/>
    <dgm:cxn modelId="{4585CBC3-C97E-4BA7-A495-A42C4A40E756}" type="presParOf" srcId="{2B4C53C0-4DB2-498F-9A82-5A3CB7A8CD68}" destId="{C862C60B-2DE0-4A82-B2DD-6959FC3E76AA}" srcOrd="1" destOrd="0" presId="urn:microsoft.com/office/officeart/2018/5/layout/IconCircleLabelList"/>
    <dgm:cxn modelId="{EF5D86B6-FCA0-4AAF-8D1B-EA5D1D99806B}" type="presParOf" srcId="{2B4C53C0-4DB2-498F-9A82-5A3CB7A8CD68}" destId="{D4B84B09-C06C-4C67-A332-6867D3561FF1}" srcOrd="2" destOrd="0" presId="urn:microsoft.com/office/officeart/2018/5/layout/IconCircleLabelList"/>
    <dgm:cxn modelId="{9E75B058-4EBC-4538-A458-F497F45E0583}" type="presParOf" srcId="{2B4C53C0-4DB2-498F-9A82-5A3CB7A8CD68}" destId="{5FD32DFF-03E2-45DD-B718-09ACF2A8CF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E72969-736B-4E73-90F6-E0FB45634122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4850E0-52B9-45C3-8CA6-61E9634DE6B6}">
      <dgm:prSet/>
      <dgm:spPr/>
      <dgm:t>
        <a:bodyPr/>
        <a:lstStyle/>
        <a:p>
          <a:r>
            <a:rPr lang="en-US"/>
            <a:t>Proportion of Cancellations</a:t>
          </a:r>
        </a:p>
      </dgm:t>
    </dgm:pt>
    <dgm:pt modelId="{9AD5DA00-1795-4915-AFCE-969000A60DEE}" type="parTrans" cxnId="{3ED6D6E8-68E0-4E9A-B517-715D5341920E}">
      <dgm:prSet/>
      <dgm:spPr/>
      <dgm:t>
        <a:bodyPr/>
        <a:lstStyle/>
        <a:p>
          <a:endParaRPr lang="en-US"/>
        </a:p>
      </dgm:t>
    </dgm:pt>
    <dgm:pt modelId="{8C4C2343-05C3-4164-A366-E3DDFED28192}" type="sibTrans" cxnId="{3ED6D6E8-68E0-4E9A-B517-715D5341920E}">
      <dgm:prSet/>
      <dgm:spPr/>
      <dgm:t>
        <a:bodyPr/>
        <a:lstStyle/>
        <a:p>
          <a:endParaRPr lang="en-US"/>
        </a:p>
      </dgm:t>
    </dgm:pt>
    <dgm:pt modelId="{FD319533-F5BC-4F17-A86C-35AB8E6D00DF}">
      <dgm:prSet/>
      <dgm:spPr/>
      <dgm:t>
        <a:bodyPr/>
        <a:lstStyle/>
        <a:p>
          <a:r>
            <a:rPr lang="en-US"/>
            <a:t>Percentage of Checked Bags</a:t>
          </a:r>
        </a:p>
      </dgm:t>
    </dgm:pt>
    <dgm:pt modelId="{882939B0-58F4-4D34-A0E2-A987D9FBFA59}" type="parTrans" cxnId="{FCB55ACB-D20F-4225-B360-A5D9A40A0516}">
      <dgm:prSet/>
      <dgm:spPr/>
      <dgm:t>
        <a:bodyPr/>
        <a:lstStyle/>
        <a:p>
          <a:endParaRPr lang="en-US"/>
        </a:p>
      </dgm:t>
    </dgm:pt>
    <dgm:pt modelId="{710EE4A6-FDEC-49F6-A1AE-A806697CDF9F}" type="sibTrans" cxnId="{FCB55ACB-D20F-4225-B360-A5D9A40A0516}">
      <dgm:prSet/>
      <dgm:spPr/>
      <dgm:t>
        <a:bodyPr/>
        <a:lstStyle/>
        <a:p>
          <a:endParaRPr lang="en-US"/>
        </a:p>
      </dgm:t>
    </dgm:pt>
    <dgm:pt modelId="{3208AE3F-0644-463F-9DBD-3FF7A2A7906A}">
      <dgm:prSet/>
      <dgm:spPr/>
      <dgm:t>
        <a:bodyPr/>
        <a:lstStyle/>
        <a:p>
          <a:r>
            <a:rPr lang="en-US"/>
            <a:t>Length of Trip</a:t>
          </a:r>
        </a:p>
      </dgm:t>
    </dgm:pt>
    <dgm:pt modelId="{AFB1E7F2-204A-48A2-BB4D-406189D9AC65}" type="parTrans" cxnId="{FC027DCA-47B7-4198-912D-D8653183A7C4}">
      <dgm:prSet/>
      <dgm:spPr/>
      <dgm:t>
        <a:bodyPr/>
        <a:lstStyle/>
        <a:p>
          <a:endParaRPr lang="en-US"/>
        </a:p>
      </dgm:t>
    </dgm:pt>
    <dgm:pt modelId="{91F6BE9A-2E79-43CA-8CFD-0B17B8F04D29}" type="sibTrans" cxnId="{FC027DCA-47B7-4198-912D-D8653183A7C4}">
      <dgm:prSet/>
      <dgm:spPr/>
      <dgm:t>
        <a:bodyPr/>
        <a:lstStyle/>
        <a:p>
          <a:endParaRPr lang="en-US"/>
        </a:p>
      </dgm:t>
    </dgm:pt>
    <dgm:pt modelId="{852AA908-B7DD-4E36-8971-D213A4C81558}">
      <dgm:prSet/>
      <dgm:spPr/>
      <dgm:t>
        <a:bodyPr/>
        <a:lstStyle/>
        <a:p>
          <a:r>
            <a:rPr lang="en-US"/>
            <a:t>Hotel Booking Frequency</a:t>
          </a:r>
        </a:p>
      </dgm:t>
    </dgm:pt>
    <dgm:pt modelId="{09414577-6EAF-4AD8-9D6F-820FA5B2BFE0}" type="parTrans" cxnId="{5D550B85-2052-429F-9620-17F6359A544F}">
      <dgm:prSet/>
      <dgm:spPr/>
      <dgm:t>
        <a:bodyPr/>
        <a:lstStyle/>
        <a:p>
          <a:endParaRPr lang="en-US"/>
        </a:p>
      </dgm:t>
    </dgm:pt>
    <dgm:pt modelId="{796A1857-0801-4884-B8A6-A41C5AA22A98}" type="sibTrans" cxnId="{5D550B85-2052-429F-9620-17F6359A544F}">
      <dgm:prSet/>
      <dgm:spPr/>
      <dgm:t>
        <a:bodyPr/>
        <a:lstStyle/>
        <a:p>
          <a:endParaRPr lang="en-US"/>
        </a:p>
      </dgm:t>
    </dgm:pt>
    <dgm:pt modelId="{BE48D5E3-6F37-4211-8F2E-12509CDACCAD}">
      <dgm:prSet/>
      <dgm:spPr/>
      <dgm:t>
        <a:bodyPr/>
        <a:lstStyle/>
        <a:p>
          <a:r>
            <a:rPr lang="en-US"/>
            <a:t>Average Dollars Saved</a:t>
          </a:r>
        </a:p>
      </dgm:t>
    </dgm:pt>
    <dgm:pt modelId="{CF6B98F8-AE54-47FB-AB7B-EE8B2AC248F1}" type="parTrans" cxnId="{89835862-EBEF-4E96-AA14-FB64D6BB5751}">
      <dgm:prSet/>
      <dgm:spPr/>
      <dgm:t>
        <a:bodyPr/>
        <a:lstStyle/>
        <a:p>
          <a:endParaRPr lang="en-US"/>
        </a:p>
      </dgm:t>
    </dgm:pt>
    <dgm:pt modelId="{D4A24963-E716-4322-A157-CD8E16343E25}" type="sibTrans" cxnId="{89835862-EBEF-4E96-AA14-FB64D6BB5751}">
      <dgm:prSet/>
      <dgm:spPr/>
      <dgm:t>
        <a:bodyPr/>
        <a:lstStyle/>
        <a:p>
          <a:endParaRPr lang="en-US"/>
        </a:p>
      </dgm:t>
    </dgm:pt>
    <dgm:pt modelId="{C4BF72BB-D78D-4870-9BBB-6458318FD721}" type="pres">
      <dgm:prSet presAssocID="{39E72969-736B-4E73-90F6-E0FB45634122}" presName="diagram" presStyleCnt="0">
        <dgm:presLayoutVars>
          <dgm:dir/>
          <dgm:resizeHandles val="exact"/>
        </dgm:presLayoutVars>
      </dgm:prSet>
      <dgm:spPr/>
    </dgm:pt>
    <dgm:pt modelId="{16C817F3-A5C9-41FA-BECC-0689EBD75C91}" type="pres">
      <dgm:prSet presAssocID="{7A4850E0-52B9-45C3-8CA6-61E9634DE6B6}" presName="node" presStyleLbl="node1" presStyleIdx="0" presStyleCnt="5">
        <dgm:presLayoutVars>
          <dgm:bulletEnabled val="1"/>
        </dgm:presLayoutVars>
      </dgm:prSet>
      <dgm:spPr/>
    </dgm:pt>
    <dgm:pt modelId="{781A77B0-E154-4719-8201-0F70A2686325}" type="pres">
      <dgm:prSet presAssocID="{8C4C2343-05C3-4164-A366-E3DDFED28192}" presName="sibTrans" presStyleCnt="0"/>
      <dgm:spPr/>
    </dgm:pt>
    <dgm:pt modelId="{A802012D-8D73-4654-9022-DBE0D4ED7F08}" type="pres">
      <dgm:prSet presAssocID="{FD319533-F5BC-4F17-A86C-35AB8E6D00DF}" presName="node" presStyleLbl="node1" presStyleIdx="1" presStyleCnt="5">
        <dgm:presLayoutVars>
          <dgm:bulletEnabled val="1"/>
        </dgm:presLayoutVars>
      </dgm:prSet>
      <dgm:spPr/>
    </dgm:pt>
    <dgm:pt modelId="{22D11E35-DB21-40BB-8B0B-B4605F0BA805}" type="pres">
      <dgm:prSet presAssocID="{710EE4A6-FDEC-49F6-A1AE-A806697CDF9F}" presName="sibTrans" presStyleCnt="0"/>
      <dgm:spPr/>
    </dgm:pt>
    <dgm:pt modelId="{981AC458-7204-456E-89C9-2B3CB4868E87}" type="pres">
      <dgm:prSet presAssocID="{3208AE3F-0644-463F-9DBD-3FF7A2A7906A}" presName="node" presStyleLbl="node1" presStyleIdx="2" presStyleCnt="5">
        <dgm:presLayoutVars>
          <dgm:bulletEnabled val="1"/>
        </dgm:presLayoutVars>
      </dgm:prSet>
      <dgm:spPr/>
    </dgm:pt>
    <dgm:pt modelId="{1FB8FC31-115E-44CB-AD2F-2E4C1FC7B0BC}" type="pres">
      <dgm:prSet presAssocID="{91F6BE9A-2E79-43CA-8CFD-0B17B8F04D29}" presName="sibTrans" presStyleCnt="0"/>
      <dgm:spPr/>
    </dgm:pt>
    <dgm:pt modelId="{7D418E9E-8AAB-473A-BAB9-7A0D82621863}" type="pres">
      <dgm:prSet presAssocID="{852AA908-B7DD-4E36-8971-D213A4C81558}" presName="node" presStyleLbl="node1" presStyleIdx="3" presStyleCnt="5">
        <dgm:presLayoutVars>
          <dgm:bulletEnabled val="1"/>
        </dgm:presLayoutVars>
      </dgm:prSet>
      <dgm:spPr/>
    </dgm:pt>
    <dgm:pt modelId="{CE040C9F-13F9-4EB6-A25B-F0B87C74374B}" type="pres">
      <dgm:prSet presAssocID="{796A1857-0801-4884-B8A6-A41C5AA22A98}" presName="sibTrans" presStyleCnt="0"/>
      <dgm:spPr/>
    </dgm:pt>
    <dgm:pt modelId="{5A54EC0B-AAEC-4A9D-9F26-9EA176C83F47}" type="pres">
      <dgm:prSet presAssocID="{BE48D5E3-6F37-4211-8F2E-12509CDACCAD}" presName="node" presStyleLbl="node1" presStyleIdx="4" presStyleCnt="5">
        <dgm:presLayoutVars>
          <dgm:bulletEnabled val="1"/>
        </dgm:presLayoutVars>
      </dgm:prSet>
      <dgm:spPr/>
    </dgm:pt>
  </dgm:ptLst>
  <dgm:cxnLst>
    <dgm:cxn modelId="{89835862-EBEF-4E96-AA14-FB64D6BB5751}" srcId="{39E72969-736B-4E73-90F6-E0FB45634122}" destId="{BE48D5E3-6F37-4211-8F2E-12509CDACCAD}" srcOrd="4" destOrd="0" parTransId="{CF6B98F8-AE54-47FB-AB7B-EE8B2AC248F1}" sibTransId="{D4A24963-E716-4322-A157-CD8E16343E25}"/>
    <dgm:cxn modelId="{BF7ECD45-EE4D-4F93-BCD2-6274593F3F01}" type="presOf" srcId="{39E72969-736B-4E73-90F6-E0FB45634122}" destId="{C4BF72BB-D78D-4870-9BBB-6458318FD721}" srcOrd="0" destOrd="0" presId="urn:microsoft.com/office/officeart/2005/8/layout/default"/>
    <dgm:cxn modelId="{789A244B-7254-43F6-8B76-07B461BC5D2C}" type="presOf" srcId="{852AA908-B7DD-4E36-8971-D213A4C81558}" destId="{7D418E9E-8AAB-473A-BAB9-7A0D82621863}" srcOrd="0" destOrd="0" presId="urn:microsoft.com/office/officeart/2005/8/layout/default"/>
    <dgm:cxn modelId="{E1ADEE51-7D68-4DB1-9139-B4C136621A2C}" type="presOf" srcId="{BE48D5E3-6F37-4211-8F2E-12509CDACCAD}" destId="{5A54EC0B-AAEC-4A9D-9F26-9EA176C83F47}" srcOrd="0" destOrd="0" presId="urn:microsoft.com/office/officeart/2005/8/layout/default"/>
    <dgm:cxn modelId="{5D550B85-2052-429F-9620-17F6359A544F}" srcId="{39E72969-736B-4E73-90F6-E0FB45634122}" destId="{852AA908-B7DD-4E36-8971-D213A4C81558}" srcOrd="3" destOrd="0" parTransId="{09414577-6EAF-4AD8-9D6F-820FA5B2BFE0}" sibTransId="{796A1857-0801-4884-B8A6-A41C5AA22A98}"/>
    <dgm:cxn modelId="{35363491-001C-4DD4-B641-8A6B75B41C65}" type="presOf" srcId="{FD319533-F5BC-4F17-A86C-35AB8E6D00DF}" destId="{A802012D-8D73-4654-9022-DBE0D4ED7F08}" srcOrd="0" destOrd="0" presId="urn:microsoft.com/office/officeart/2005/8/layout/default"/>
    <dgm:cxn modelId="{223F2893-DA1C-437C-9E91-8E6BE0D3AED5}" type="presOf" srcId="{7A4850E0-52B9-45C3-8CA6-61E9634DE6B6}" destId="{16C817F3-A5C9-41FA-BECC-0689EBD75C91}" srcOrd="0" destOrd="0" presId="urn:microsoft.com/office/officeart/2005/8/layout/default"/>
    <dgm:cxn modelId="{FC027DCA-47B7-4198-912D-D8653183A7C4}" srcId="{39E72969-736B-4E73-90F6-E0FB45634122}" destId="{3208AE3F-0644-463F-9DBD-3FF7A2A7906A}" srcOrd="2" destOrd="0" parTransId="{AFB1E7F2-204A-48A2-BB4D-406189D9AC65}" sibTransId="{91F6BE9A-2E79-43CA-8CFD-0B17B8F04D29}"/>
    <dgm:cxn modelId="{FCB55ACB-D20F-4225-B360-A5D9A40A0516}" srcId="{39E72969-736B-4E73-90F6-E0FB45634122}" destId="{FD319533-F5BC-4F17-A86C-35AB8E6D00DF}" srcOrd="1" destOrd="0" parTransId="{882939B0-58F4-4D34-A0E2-A987D9FBFA59}" sibTransId="{710EE4A6-FDEC-49F6-A1AE-A806697CDF9F}"/>
    <dgm:cxn modelId="{3ED6D6E8-68E0-4E9A-B517-715D5341920E}" srcId="{39E72969-736B-4E73-90F6-E0FB45634122}" destId="{7A4850E0-52B9-45C3-8CA6-61E9634DE6B6}" srcOrd="0" destOrd="0" parTransId="{9AD5DA00-1795-4915-AFCE-969000A60DEE}" sibTransId="{8C4C2343-05C3-4164-A366-E3DDFED28192}"/>
    <dgm:cxn modelId="{66AA1AF3-C10C-4B1F-8892-CC33009F9BCF}" type="presOf" srcId="{3208AE3F-0644-463F-9DBD-3FF7A2A7906A}" destId="{981AC458-7204-456E-89C9-2B3CB4868E87}" srcOrd="0" destOrd="0" presId="urn:microsoft.com/office/officeart/2005/8/layout/default"/>
    <dgm:cxn modelId="{2BCDCDBA-F50A-4951-9A19-DDE5F28425FC}" type="presParOf" srcId="{C4BF72BB-D78D-4870-9BBB-6458318FD721}" destId="{16C817F3-A5C9-41FA-BECC-0689EBD75C91}" srcOrd="0" destOrd="0" presId="urn:microsoft.com/office/officeart/2005/8/layout/default"/>
    <dgm:cxn modelId="{9FC03B5C-185F-4AB7-8348-E9EBBBACC7CC}" type="presParOf" srcId="{C4BF72BB-D78D-4870-9BBB-6458318FD721}" destId="{781A77B0-E154-4719-8201-0F70A2686325}" srcOrd="1" destOrd="0" presId="urn:microsoft.com/office/officeart/2005/8/layout/default"/>
    <dgm:cxn modelId="{754472D4-77E0-4EBA-9201-75083CF76EB8}" type="presParOf" srcId="{C4BF72BB-D78D-4870-9BBB-6458318FD721}" destId="{A802012D-8D73-4654-9022-DBE0D4ED7F08}" srcOrd="2" destOrd="0" presId="urn:microsoft.com/office/officeart/2005/8/layout/default"/>
    <dgm:cxn modelId="{9CA1740D-0578-409B-A8D6-2F77609CA4CF}" type="presParOf" srcId="{C4BF72BB-D78D-4870-9BBB-6458318FD721}" destId="{22D11E35-DB21-40BB-8B0B-B4605F0BA805}" srcOrd="3" destOrd="0" presId="urn:microsoft.com/office/officeart/2005/8/layout/default"/>
    <dgm:cxn modelId="{6706EDC4-4353-4F67-A673-2F7522F86DC4}" type="presParOf" srcId="{C4BF72BB-D78D-4870-9BBB-6458318FD721}" destId="{981AC458-7204-456E-89C9-2B3CB4868E87}" srcOrd="4" destOrd="0" presId="urn:microsoft.com/office/officeart/2005/8/layout/default"/>
    <dgm:cxn modelId="{3F2038DE-0062-4290-A23C-DC1042C8D8D2}" type="presParOf" srcId="{C4BF72BB-D78D-4870-9BBB-6458318FD721}" destId="{1FB8FC31-115E-44CB-AD2F-2E4C1FC7B0BC}" srcOrd="5" destOrd="0" presId="urn:microsoft.com/office/officeart/2005/8/layout/default"/>
    <dgm:cxn modelId="{8FB3EC4F-116D-4179-B7DF-C5A4D15D8163}" type="presParOf" srcId="{C4BF72BB-D78D-4870-9BBB-6458318FD721}" destId="{7D418E9E-8AAB-473A-BAB9-7A0D82621863}" srcOrd="6" destOrd="0" presId="urn:microsoft.com/office/officeart/2005/8/layout/default"/>
    <dgm:cxn modelId="{05EFD456-0932-4157-9028-64A3B0D70FE7}" type="presParOf" srcId="{C4BF72BB-D78D-4870-9BBB-6458318FD721}" destId="{CE040C9F-13F9-4EB6-A25B-F0B87C74374B}" srcOrd="7" destOrd="0" presId="urn:microsoft.com/office/officeart/2005/8/layout/default"/>
    <dgm:cxn modelId="{F441129B-A464-41F7-AF83-919C28E4C963}" type="presParOf" srcId="{C4BF72BB-D78D-4870-9BBB-6458318FD721}" destId="{5A54EC0B-AAEC-4A9D-9F26-9EA176C83F4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E72969-736B-4E73-90F6-E0FB45634122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4850E0-52B9-45C3-8CA6-61E9634DE6B6}">
      <dgm:prSet/>
      <dgm:spPr/>
      <dgm:t>
        <a:bodyPr/>
        <a:lstStyle/>
        <a:p>
          <a:r>
            <a:rPr lang="en-US" dirty="0"/>
            <a:t>Free Hotel Meal</a:t>
          </a:r>
        </a:p>
      </dgm:t>
    </dgm:pt>
    <dgm:pt modelId="{9AD5DA00-1795-4915-AFCE-969000A60DEE}" type="parTrans" cxnId="{3ED6D6E8-68E0-4E9A-B517-715D5341920E}">
      <dgm:prSet/>
      <dgm:spPr/>
      <dgm:t>
        <a:bodyPr/>
        <a:lstStyle/>
        <a:p>
          <a:endParaRPr lang="en-US"/>
        </a:p>
      </dgm:t>
    </dgm:pt>
    <dgm:pt modelId="{8C4C2343-05C3-4164-A366-E3DDFED28192}" type="sibTrans" cxnId="{3ED6D6E8-68E0-4E9A-B517-715D5341920E}">
      <dgm:prSet/>
      <dgm:spPr/>
      <dgm:t>
        <a:bodyPr/>
        <a:lstStyle/>
        <a:p>
          <a:endParaRPr lang="en-US"/>
        </a:p>
      </dgm:t>
    </dgm:pt>
    <dgm:pt modelId="{FD319533-F5BC-4F17-A86C-35AB8E6D00DF}">
      <dgm:prSet/>
      <dgm:spPr/>
      <dgm:t>
        <a:bodyPr/>
        <a:lstStyle/>
        <a:p>
          <a:r>
            <a:rPr lang="en-US" dirty="0"/>
            <a:t>Free Cancellation</a:t>
          </a:r>
        </a:p>
      </dgm:t>
    </dgm:pt>
    <dgm:pt modelId="{882939B0-58F4-4D34-A0E2-A987D9FBFA59}" type="parTrans" cxnId="{FCB55ACB-D20F-4225-B360-A5D9A40A0516}">
      <dgm:prSet/>
      <dgm:spPr/>
      <dgm:t>
        <a:bodyPr/>
        <a:lstStyle/>
        <a:p>
          <a:endParaRPr lang="en-US"/>
        </a:p>
      </dgm:t>
    </dgm:pt>
    <dgm:pt modelId="{710EE4A6-FDEC-49F6-A1AE-A806697CDF9F}" type="sibTrans" cxnId="{FCB55ACB-D20F-4225-B360-A5D9A40A0516}">
      <dgm:prSet/>
      <dgm:spPr/>
      <dgm:t>
        <a:bodyPr/>
        <a:lstStyle/>
        <a:p>
          <a:endParaRPr lang="en-US"/>
        </a:p>
      </dgm:t>
    </dgm:pt>
    <dgm:pt modelId="{3208AE3F-0644-463F-9DBD-3FF7A2A7906A}">
      <dgm:prSet/>
      <dgm:spPr/>
      <dgm:t>
        <a:bodyPr/>
        <a:lstStyle/>
        <a:p>
          <a:r>
            <a:rPr lang="en-US" dirty="0"/>
            <a:t>Exclusive Discounts</a:t>
          </a:r>
        </a:p>
      </dgm:t>
    </dgm:pt>
    <dgm:pt modelId="{AFB1E7F2-204A-48A2-BB4D-406189D9AC65}" type="parTrans" cxnId="{FC027DCA-47B7-4198-912D-D8653183A7C4}">
      <dgm:prSet/>
      <dgm:spPr/>
      <dgm:t>
        <a:bodyPr/>
        <a:lstStyle/>
        <a:p>
          <a:endParaRPr lang="en-US"/>
        </a:p>
      </dgm:t>
    </dgm:pt>
    <dgm:pt modelId="{91F6BE9A-2E79-43CA-8CFD-0B17B8F04D29}" type="sibTrans" cxnId="{FC027DCA-47B7-4198-912D-D8653183A7C4}">
      <dgm:prSet/>
      <dgm:spPr/>
      <dgm:t>
        <a:bodyPr/>
        <a:lstStyle/>
        <a:p>
          <a:endParaRPr lang="en-US"/>
        </a:p>
      </dgm:t>
    </dgm:pt>
    <dgm:pt modelId="{852AA908-B7DD-4E36-8971-D213A4C81558}">
      <dgm:prSet/>
      <dgm:spPr/>
      <dgm:t>
        <a:bodyPr/>
        <a:lstStyle/>
        <a:p>
          <a:r>
            <a:rPr lang="en-US" dirty="0"/>
            <a:t>One Night Free Hotel with Flight</a:t>
          </a:r>
        </a:p>
      </dgm:t>
    </dgm:pt>
    <dgm:pt modelId="{09414577-6EAF-4AD8-9D6F-820FA5B2BFE0}" type="parTrans" cxnId="{5D550B85-2052-429F-9620-17F6359A544F}">
      <dgm:prSet/>
      <dgm:spPr/>
      <dgm:t>
        <a:bodyPr/>
        <a:lstStyle/>
        <a:p>
          <a:endParaRPr lang="en-US"/>
        </a:p>
      </dgm:t>
    </dgm:pt>
    <dgm:pt modelId="{796A1857-0801-4884-B8A6-A41C5AA22A98}" type="sibTrans" cxnId="{5D550B85-2052-429F-9620-17F6359A544F}">
      <dgm:prSet/>
      <dgm:spPr/>
      <dgm:t>
        <a:bodyPr/>
        <a:lstStyle/>
        <a:p>
          <a:endParaRPr lang="en-US"/>
        </a:p>
      </dgm:t>
    </dgm:pt>
    <dgm:pt modelId="{BE48D5E3-6F37-4211-8F2E-12509CDACCAD}">
      <dgm:prSet/>
      <dgm:spPr/>
      <dgm:t>
        <a:bodyPr/>
        <a:lstStyle/>
        <a:p>
          <a:r>
            <a:rPr lang="en-US" dirty="0"/>
            <a:t>Free Checked Bag</a:t>
          </a:r>
        </a:p>
      </dgm:t>
    </dgm:pt>
    <dgm:pt modelId="{CF6B98F8-AE54-47FB-AB7B-EE8B2AC248F1}" type="parTrans" cxnId="{89835862-EBEF-4E96-AA14-FB64D6BB5751}">
      <dgm:prSet/>
      <dgm:spPr/>
      <dgm:t>
        <a:bodyPr/>
        <a:lstStyle/>
        <a:p>
          <a:endParaRPr lang="en-US"/>
        </a:p>
      </dgm:t>
    </dgm:pt>
    <dgm:pt modelId="{D4A24963-E716-4322-A157-CD8E16343E25}" type="sibTrans" cxnId="{89835862-EBEF-4E96-AA14-FB64D6BB5751}">
      <dgm:prSet/>
      <dgm:spPr/>
      <dgm:t>
        <a:bodyPr/>
        <a:lstStyle/>
        <a:p>
          <a:endParaRPr lang="en-US"/>
        </a:p>
      </dgm:t>
    </dgm:pt>
    <dgm:pt modelId="{C4BF72BB-D78D-4870-9BBB-6458318FD721}" type="pres">
      <dgm:prSet presAssocID="{39E72969-736B-4E73-90F6-E0FB45634122}" presName="diagram" presStyleCnt="0">
        <dgm:presLayoutVars>
          <dgm:dir/>
          <dgm:resizeHandles val="exact"/>
        </dgm:presLayoutVars>
      </dgm:prSet>
      <dgm:spPr/>
    </dgm:pt>
    <dgm:pt modelId="{16C817F3-A5C9-41FA-BECC-0689EBD75C91}" type="pres">
      <dgm:prSet presAssocID="{7A4850E0-52B9-45C3-8CA6-61E9634DE6B6}" presName="node" presStyleLbl="node1" presStyleIdx="0" presStyleCnt="5">
        <dgm:presLayoutVars>
          <dgm:bulletEnabled val="1"/>
        </dgm:presLayoutVars>
      </dgm:prSet>
      <dgm:spPr/>
    </dgm:pt>
    <dgm:pt modelId="{781A77B0-E154-4719-8201-0F70A2686325}" type="pres">
      <dgm:prSet presAssocID="{8C4C2343-05C3-4164-A366-E3DDFED28192}" presName="sibTrans" presStyleCnt="0"/>
      <dgm:spPr/>
    </dgm:pt>
    <dgm:pt modelId="{A802012D-8D73-4654-9022-DBE0D4ED7F08}" type="pres">
      <dgm:prSet presAssocID="{FD319533-F5BC-4F17-A86C-35AB8E6D00DF}" presName="node" presStyleLbl="node1" presStyleIdx="1" presStyleCnt="5">
        <dgm:presLayoutVars>
          <dgm:bulletEnabled val="1"/>
        </dgm:presLayoutVars>
      </dgm:prSet>
      <dgm:spPr/>
    </dgm:pt>
    <dgm:pt modelId="{22D11E35-DB21-40BB-8B0B-B4605F0BA805}" type="pres">
      <dgm:prSet presAssocID="{710EE4A6-FDEC-49F6-A1AE-A806697CDF9F}" presName="sibTrans" presStyleCnt="0"/>
      <dgm:spPr/>
    </dgm:pt>
    <dgm:pt modelId="{981AC458-7204-456E-89C9-2B3CB4868E87}" type="pres">
      <dgm:prSet presAssocID="{3208AE3F-0644-463F-9DBD-3FF7A2A7906A}" presName="node" presStyleLbl="node1" presStyleIdx="2" presStyleCnt="5">
        <dgm:presLayoutVars>
          <dgm:bulletEnabled val="1"/>
        </dgm:presLayoutVars>
      </dgm:prSet>
      <dgm:spPr/>
    </dgm:pt>
    <dgm:pt modelId="{1FB8FC31-115E-44CB-AD2F-2E4C1FC7B0BC}" type="pres">
      <dgm:prSet presAssocID="{91F6BE9A-2E79-43CA-8CFD-0B17B8F04D29}" presName="sibTrans" presStyleCnt="0"/>
      <dgm:spPr/>
    </dgm:pt>
    <dgm:pt modelId="{7D418E9E-8AAB-473A-BAB9-7A0D82621863}" type="pres">
      <dgm:prSet presAssocID="{852AA908-B7DD-4E36-8971-D213A4C81558}" presName="node" presStyleLbl="node1" presStyleIdx="3" presStyleCnt="5">
        <dgm:presLayoutVars>
          <dgm:bulletEnabled val="1"/>
        </dgm:presLayoutVars>
      </dgm:prSet>
      <dgm:spPr/>
    </dgm:pt>
    <dgm:pt modelId="{CE040C9F-13F9-4EB6-A25B-F0B87C74374B}" type="pres">
      <dgm:prSet presAssocID="{796A1857-0801-4884-B8A6-A41C5AA22A98}" presName="sibTrans" presStyleCnt="0"/>
      <dgm:spPr/>
    </dgm:pt>
    <dgm:pt modelId="{5A54EC0B-AAEC-4A9D-9F26-9EA176C83F47}" type="pres">
      <dgm:prSet presAssocID="{BE48D5E3-6F37-4211-8F2E-12509CDACCAD}" presName="node" presStyleLbl="node1" presStyleIdx="4" presStyleCnt="5">
        <dgm:presLayoutVars>
          <dgm:bulletEnabled val="1"/>
        </dgm:presLayoutVars>
      </dgm:prSet>
      <dgm:spPr/>
    </dgm:pt>
  </dgm:ptLst>
  <dgm:cxnLst>
    <dgm:cxn modelId="{89835862-EBEF-4E96-AA14-FB64D6BB5751}" srcId="{39E72969-736B-4E73-90F6-E0FB45634122}" destId="{BE48D5E3-6F37-4211-8F2E-12509CDACCAD}" srcOrd="4" destOrd="0" parTransId="{CF6B98F8-AE54-47FB-AB7B-EE8B2AC248F1}" sibTransId="{D4A24963-E716-4322-A157-CD8E16343E25}"/>
    <dgm:cxn modelId="{BF7ECD45-EE4D-4F93-BCD2-6274593F3F01}" type="presOf" srcId="{39E72969-736B-4E73-90F6-E0FB45634122}" destId="{C4BF72BB-D78D-4870-9BBB-6458318FD721}" srcOrd="0" destOrd="0" presId="urn:microsoft.com/office/officeart/2005/8/layout/default"/>
    <dgm:cxn modelId="{789A244B-7254-43F6-8B76-07B461BC5D2C}" type="presOf" srcId="{852AA908-B7DD-4E36-8971-D213A4C81558}" destId="{7D418E9E-8AAB-473A-BAB9-7A0D82621863}" srcOrd="0" destOrd="0" presId="urn:microsoft.com/office/officeart/2005/8/layout/default"/>
    <dgm:cxn modelId="{E1ADEE51-7D68-4DB1-9139-B4C136621A2C}" type="presOf" srcId="{BE48D5E3-6F37-4211-8F2E-12509CDACCAD}" destId="{5A54EC0B-AAEC-4A9D-9F26-9EA176C83F47}" srcOrd="0" destOrd="0" presId="urn:microsoft.com/office/officeart/2005/8/layout/default"/>
    <dgm:cxn modelId="{5D550B85-2052-429F-9620-17F6359A544F}" srcId="{39E72969-736B-4E73-90F6-E0FB45634122}" destId="{852AA908-B7DD-4E36-8971-D213A4C81558}" srcOrd="3" destOrd="0" parTransId="{09414577-6EAF-4AD8-9D6F-820FA5B2BFE0}" sibTransId="{796A1857-0801-4884-B8A6-A41C5AA22A98}"/>
    <dgm:cxn modelId="{35363491-001C-4DD4-B641-8A6B75B41C65}" type="presOf" srcId="{FD319533-F5BC-4F17-A86C-35AB8E6D00DF}" destId="{A802012D-8D73-4654-9022-DBE0D4ED7F08}" srcOrd="0" destOrd="0" presId="urn:microsoft.com/office/officeart/2005/8/layout/default"/>
    <dgm:cxn modelId="{223F2893-DA1C-437C-9E91-8E6BE0D3AED5}" type="presOf" srcId="{7A4850E0-52B9-45C3-8CA6-61E9634DE6B6}" destId="{16C817F3-A5C9-41FA-BECC-0689EBD75C91}" srcOrd="0" destOrd="0" presId="urn:microsoft.com/office/officeart/2005/8/layout/default"/>
    <dgm:cxn modelId="{FC027DCA-47B7-4198-912D-D8653183A7C4}" srcId="{39E72969-736B-4E73-90F6-E0FB45634122}" destId="{3208AE3F-0644-463F-9DBD-3FF7A2A7906A}" srcOrd="2" destOrd="0" parTransId="{AFB1E7F2-204A-48A2-BB4D-406189D9AC65}" sibTransId="{91F6BE9A-2E79-43CA-8CFD-0B17B8F04D29}"/>
    <dgm:cxn modelId="{FCB55ACB-D20F-4225-B360-A5D9A40A0516}" srcId="{39E72969-736B-4E73-90F6-E0FB45634122}" destId="{FD319533-F5BC-4F17-A86C-35AB8E6D00DF}" srcOrd="1" destOrd="0" parTransId="{882939B0-58F4-4D34-A0E2-A987D9FBFA59}" sibTransId="{710EE4A6-FDEC-49F6-A1AE-A806697CDF9F}"/>
    <dgm:cxn modelId="{3ED6D6E8-68E0-4E9A-B517-715D5341920E}" srcId="{39E72969-736B-4E73-90F6-E0FB45634122}" destId="{7A4850E0-52B9-45C3-8CA6-61E9634DE6B6}" srcOrd="0" destOrd="0" parTransId="{9AD5DA00-1795-4915-AFCE-969000A60DEE}" sibTransId="{8C4C2343-05C3-4164-A366-E3DDFED28192}"/>
    <dgm:cxn modelId="{66AA1AF3-C10C-4B1F-8892-CC33009F9BCF}" type="presOf" srcId="{3208AE3F-0644-463F-9DBD-3FF7A2A7906A}" destId="{981AC458-7204-456E-89C9-2B3CB4868E87}" srcOrd="0" destOrd="0" presId="urn:microsoft.com/office/officeart/2005/8/layout/default"/>
    <dgm:cxn modelId="{2BCDCDBA-F50A-4951-9A19-DDE5F28425FC}" type="presParOf" srcId="{C4BF72BB-D78D-4870-9BBB-6458318FD721}" destId="{16C817F3-A5C9-41FA-BECC-0689EBD75C91}" srcOrd="0" destOrd="0" presId="urn:microsoft.com/office/officeart/2005/8/layout/default"/>
    <dgm:cxn modelId="{9FC03B5C-185F-4AB7-8348-E9EBBBACC7CC}" type="presParOf" srcId="{C4BF72BB-D78D-4870-9BBB-6458318FD721}" destId="{781A77B0-E154-4719-8201-0F70A2686325}" srcOrd="1" destOrd="0" presId="urn:microsoft.com/office/officeart/2005/8/layout/default"/>
    <dgm:cxn modelId="{754472D4-77E0-4EBA-9201-75083CF76EB8}" type="presParOf" srcId="{C4BF72BB-D78D-4870-9BBB-6458318FD721}" destId="{A802012D-8D73-4654-9022-DBE0D4ED7F08}" srcOrd="2" destOrd="0" presId="urn:microsoft.com/office/officeart/2005/8/layout/default"/>
    <dgm:cxn modelId="{9CA1740D-0578-409B-A8D6-2F77609CA4CF}" type="presParOf" srcId="{C4BF72BB-D78D-4870-9BBB-6458318FD721}" destId="{22D11E35-DB21-40BB-8B0B-B4605F0BA805}" srcOrd="3" destOrd="0" presId="urn:microsoft.com/office/officeart/2005/8/layout/default"/>
    <dgm:cxn modelId="{6706EDC4-4353-4F67-A673-2F7522F86DC4}" type="presParOf" srcId="{C4BF72BB-D78D-4870-9BBB-6458318FD721}" destId="{981AC458-7204-456E-89C9-2B3CB4868E87}" srcOrd="4" destOrd="0" presId="urn:microsoft.com/office/officeart/2005/8/layout/default"/>
    <dgm:cxn modelId="{3F2038DE-0062-4290-A23C-DC1042C8D8D2}" type="presParOf" srcId="{C4BF72BB-D78D-4870-9BBB-6458318FD721}" destId="{1FB8FC31-115E-44CB-AD2F-2E4C1FC7B0BC}" srcOrd="5" destOrd="0" presId="urn:microsoft.com/office/officeart/2005/8/layout/default"/>
    <dgm:cxn modelId="{8FB3EC4F-116D-4179-B7DF-C5A4D15D8163}" type="presParOf" srcId="{C4BF72BB-D78D-4870-9BBB-6458318FD721}" destId="{7D418E9E-8AAB-473A-BAB9-7A0D82621863}" srcOrd="6" destOrd="0" presId="urn:microsoft.com/office/officeart/2005/8/layout/default"/>
    <dgm:cxn modelId="{05EFD456-0932-4157-9028-64A3B0D70FE7}" type="presParOf" srcId="{C4BF72BB-D78D-4870-9BBB-6458318FD721}" destId="{CE040C9F-13F9-4EB6-A25B-F0B87C74374B}" srcOrd="7" destOrd="0" presId="urn:microsoft.com/office/officeart/2005/8/layout/default"/>
    <dgm:cxn modelId="{F441129B-A464-41F7-AF83-919C28E4C963}" type="presParOf" srcId="{C4BF72BB-D78D-4870-9BBB-6458318FD721}" destId="{5A54EC0B-AAEC-4A9D-9F26-9EA176C83F4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A0D66C-02AA-47BE-B804-8A9A33E99E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00DB9A1-F7E2-4144-9F78-0D76B10524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Simplify Rewards Program</a:t>
          </a:r>
        </a:p>
      </dgm:t>
    </dgm:pt>
    <dgm:pt modelId="{806CD973-DDD7-4CEF-84AB-9123EE39BD64}" type="parTrans" cxnId="{C35E37EF-CEA3-460D-980C-051DC19FB912}">
      <dgm:prSet/>
      <dgm:spPr/>
      <dgm:t>
        <a:bodyPr/>
        <a:lstStyle/>
        <a:p>
          <a:endParaRPr lang="en-US"/>
        </a:p>
      </dgm:t>
    </dgm:pt>
    <dgm:pt modelId="{E6B1B13F-5977-406F-8707-15EF5C604868}" type="sibTrans" cxnId="{C35E37EF-CEA3-460D-980C-051DC19FB912}">
      <dgm:prSet/>
      <dgm:spPr/>
      <dgm:t>
        <a:bodyPr/>
        <a:lstStyle/>
        <a:p>
          <a:endParaRPr lang="en-US"/>
        </a:p>
      </dgm:t>
    </dgm:pt>
    <dgm:pt modelId="{905C80D8-40A7-43C8-BD93-51F832F246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Redundancy</a:t>
          </a:r>
        </a:p>
      </dgm:t>
    </dgm:pt>
    <dgm:pt modelId="{F5C20709-9060-44B0-A03C-7352C444CC2C}" type="parTrans" cxnId="{A806A0B8-407E-4FF3-8899-E28B59B3F446}">
      <dgm:prSet/>
      <dgm:spPr/>
      <dgm:t>
        <a:bodyPr/>
        <a:lstStyle/>
        <a:p>
          <a:endParaRPr lang="en-US"/>
        </a:p>
      </dgm:t>
    </dgm:pt>
    <dgm:pt modelId="{57932DC1-3075-4AD4-95FE-57D1A1B5D173}" type="sibTrans" cxnId="{A806A0B8-407E-4FF3-8899-E28B59B3F446}">
      <dgm:prSet/>
      <dgm:spPr/>
      <dgm:t>
        <a:bodyPr/>
        <a:lstStyle/>
        <a:p>
          <a:endParaRPr lang="en-US"/>
        </a:p>
      </dgm:t>
    </dgm:pt>
    <dgm:pt modelId="{CB4BDEC5-4E37-4CD6-A9C2-D80CF1031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Aligns with Optimal Clusters (3)</a:t>
          </a:r>
        </a:p>
      </dgm:t>
    </dgm:pt>
    <dgm:pt modelId="{6E020277-2A56-40C5-9214-04CD2102BF96}" type="parTrans" cxnId="{24584684-C5CF-4383-A152-E104C8047B63}">
      <dgm:prSet/>
      <dgm:spPr/>
      <dgm:t>
        <a:bodyPr/>
        <a:lstStyle/>
        <a:p>
          <a:endParaRPr lang="en-US"/>
        </a:p>
      </dgm:t>
    </dgm:pt>
    <dgm:pt modelId="{C883976A-C344-44AF-A38A-AA43614CE7F0}" type="sibTrans" cxnId="{24584684-C5CF-4383-A152-E104C8047B63}">
      <dgm:prSet/>
      <dgm:spPr/>
      <dgm:t>
        <a:bodyPr/>
        <a:lstStyle/>
        <a:p>
          <a:endParaRPr lang="en-US"/>
        </a:p>
      </dgm:t>
    </dgm:pt>
    <dgm:pt modelId="{35E54606-9E1C-47B0-A7E1-F1ED6D76A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Enhance Coherence</a:t>
          </a:r>
          <a:endParaRPr lang="LID4096" dirty="0"/>
        </a:p>
      </dgm:t>
    </dgm:pt>
    <dgm:pt modelId="{C43AF25F-9473-42E9-AED9-B265A805FCA1}" type="parTrans" cxnId="{07239C09-306C-44D1-924D-F625055B948F}">
      <dgm:prSet/>
      <dgm:spPr/>
      <dgm:t>
        <a:bodyPr/>
        <a:lstStyle/>
        <a:p>
          <a:endParaRPr lang="LID4096"/>
        </a:p>
      </dgm:t>
    </dgm:pt>
    <dgm:pt modelId="{0AF5C963-2F0D-42A4-A954-4B68A9C9DA2A}" type="sibTrans" cxnId="{07239C09-306C-44D1-924D-F625055B948F}">
      <dgm:prSet/>
      <dgm:spPr/>
      <dgm:t>
        <a:bodyPr/>
        <a:lstStyle/>
        <a:p>
          <a:endParaRPr lang="LID4096"/>
        </a:p>
      </dgm:t>
    </dgm:pt>
    <dgm:pt modelId="{008903CF-8F8F-4DA8-9841-A585E7553B54}" type="pres">
      <dgm:prSet presAssocID="{ADA0D66C-02AA-47BE-B804-8A9A33E99E9C}" presName="root" presStyleCnt="0">
        <dgm:presLayoutVars>
          <dgm:dir/>
          <dgm:resizeHandles val="exact"/>
        </dgm:presLayoutVars>
      </dgm:prSet>
      <dgm:spPr/>
    </dgm:pt>
    <dgm:pt modelId="{C13C9071-90AB-4155-AD1F-529F06A91C4A}" type="pres">
      <dgm:prSet presAssocID="{200DB9A1-F7E2-4144-9F78-0D76B1052424}" presName="compNode" presStyleCnt="0"/>
      <dgm:spPr/>
    </dgm:pt>
    <dgm:pt modelId="{854E56B1-6554-41B1-BFD9-7BECA4FC4C8E}" type="pres">
      <dgm:prSet presAssocID="{200DB9A1-F7E2-4144-9F78-0D76B10524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410E571F-799C-4E75-B530-7F8F895E616E}" type="pres">
      <dgm:prSet presAssocID="{200DB9A1-F7E2-4144-9F78-0D76B1052424}" presName="spaceRect" presStyleCnt="0"/>
      <dgm:spPr/>
    </dgm:pt>
    <dgm:pt modelId="{F21B4FC5-0647-4A0B-A4D4-27B0B6899761}" type="pres">
      <dgm:prSet presAssocID="{200DB9A1-F7E2-4144-9F78-0D76B1052424}" presName="textRect" presStyleLbl="revTx" presStyleIdx="0" presStyleCnt="4">
        <dgm:presLayoutVars>
          <dgm:chMax val="1"/>
          <dgm:chPref val="1"/>
        </dgm:presLayoutVars>
      </dgm:prSet>
      <dgm:spPr/>
    </dgm:pt>
    <dgm:pt modelId="{55CA8A21-CF7B-4FE4-9CCE-D0A4FB31031A}" type="pres">
      <dgm:prSet presAssocID="{E6B1B13F-5977-406F-8707-15EF5C604868}" presName="sibTrans" presStyleCnt="0"/>
      <dgm:spPr/>
    </dgm:pt>
    <dgm:pt modelId="{D4E499AA-56FB-47E7-860B-8D5D448AE7BC}" type="pres">
      <dgm:prSet presAssocID="{35E54606-9E1C-47B0-A7E1-F1ED6D76A5B8}" presName="compNode" presStyleCnt="0"/>
      <dgm:spPr/>
    </dgm:pt>
    <dgm:pt modelId="{7DD8CDBD-60AC-4174-95E6-24C9F9CDA8AB}" type="pres">
      <dgm:prSet presAssocID="{35E54606-9E1C-47B0-A7E1-F1ED6D76A5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ue with solid fill"/>
        </a:ext>
      </dgm:extLst>
    </dgm:pt>
    <dgm:pt modelId="{1B9A0BC3-74F0-4939-ACC4-261BE8E4C61A}" type="pres">
      <dgm:prSet presAssocID="{35E54606-9E1C-47B0-A7E1-F1ED6D76A5B8}" presName="spaceRect" presStyleCnt="0"/>
      <dgm:spPr/>
    </dgm:pt>
    <dgm:pt modelId="{2C8D9048-273C-4B27-97DE-B094D607EB76}" type="pres">
      <dgm:prSet presAssocID="{35E54606-9E1C-47B0-A7E1-F1ED6D76A5B8}" presName="textRect" presStyleLbl="revTx" presStyleIdx="1" presStyleCnt="4">
        <dgm:presLayoutVars>
          <dgm:chMax val="1"/>
          <dgm:chPref val="1"/>
        </dgm:presLayoutVars>
      </dgm:prSet>
      <dgm:spPr/>
    </dgm:pt>
    <dgm:pt modelId="{415BE05B-68D7-46C7-8C62-236E34ADE726}" type="pres">
      <dgm:prSet presAssocID="{0AF5C963-2F0D-42A4-A954-4B68A9C9DA2A}" presName="sibTrans" presStyleCnt="0"/>
      <dgm:spPr/>
    </dgm:pt>
    <dgm:pt modelId="{1362DF94-F5FA-45B9-AFC0-0C923504E7DD}" type="pres">
      <dgm:prSet presAssocID="{905C80D8-40A7-43C8-BD93-51F832F246F1}" presName="compNode" presStyleCnt="0"/>
      <dgm:spPr/>
    </dgm:pt>
    <dgm:pt modelId="{22A3E22B-C3A8-4FAA-AF2A-DA371B64D237}" type="pres">
      <dgm:prSet presAssocID="{905C80D8-40A7-43C8-BD93-51F832F246F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46E7635-F366-417A-BBC0-C924F6F9D951}" type="pres">
      <dgm:prSet presAssocID="{905C80D8-40A7-43C8-BD93-51F832F246F1}" presName="spaceRect" presStyleCnt="0"/>
      <dgm:spPr/>
    </dgm:pt>
    <dgm:pt modelId="{71C73083-ABC4-446A-B0A1-FBE223918022}" type="pres">
      <dgm:prSet presAssocID="{905C80D8-40A7-43C8-BD93-51F832F246F1}" presName="textRect" presStyleLbl="revTx" presStyleIdx="2" presStyleCnt="4">
        <dgm:presLayoutVars>
          <dgm:chMax val="1"/>
          <dgm:chPref val="1"/>
        </dgm:presLayoutVars>
      </dgm:prSet>
      <dgm:spPr/>
    </dgm:pt>
    <dgm:pt modelId="{391B90BB-BE31-4E84-B9A5-85D8CCB1F6C0}" type="pres">
      <dgm:prSet presAssocID="{57932DC1-3075-4AD4-95FE-57D1A1B5D173}" presName="sibTrans" presStyleCnt="0"/>
      <dgm:spPr/>
    </dgm:pt>
    <dgm:pt modelId="{5E664B50-FB05-428E-83C8-D2BCB35ED3CD}" type="pres">
      <dgm:prSet presAssocID="{CB4BDEC5-4E37-4CD6-A9C2-D80CF103140D}" presName="compNode" presStyleCnt="0"/>
      <dgm:spPr/>
    </dgm:pt>
    <dgm:pt modelId="{D4DB7AFC-6932-4B4F-9A24-4385D8670D14}" type="pres">
      <dgm:prSet presAssocID="{CB4BDEC5-4E37-4CD6-A9C2-D80CF10314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76BA289-1EC0-4FDC-B60E-1F3803A6612A}" type="pres">
      <dgm:prSet presAssocID="{CB4BDEC5-4E37-4CD6-A9C2-D80CF103140D}" presName="spaceRect" presStyleCnt="0"/>
      <dgm:spPr/>
    </dgm:pt>
    <dgm:pt modelId="{96F3334A-32B5-4875-A647-1259F956B152}" type="pres">
      <dgm:prSet presAssocID="{CB4BDEC5-4E37-4CD6-A9C2-D80CF10314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7239C09-306C-44D1-924D-F625055B948F}" srcId="{ADA0D66C-02AA-47BE-B804-8A9A33E99E9C}" destId="{35E54606-9E1C-47B0-A7E1-F1ED6D76A5B8}" srcOrd="1" destOrd="0" parTransId="{C43AF25F-9473-42E9-AED9-B265A805FCA1}" sibTransId="{0AF5C963-2F0D-42A4-A954-4B68A9C9DA2A}"/>
    <dgm:cxn modelId="{A5D7B30A-71CB-424A-A9E0-317C89FFCDE2}" type="presOf" srcId="{200DB9A1-F7E2-4144-9F78-0D76B1052424}" destId="{F21B4FC5-0647-4A0B-A4D4-27B0B6899761}" srcOrd="0" destOrd="0" presId="urn:microsoft.com/office/officeart/2018/2/layout/IconLabelList"/>
    <dgm:cxn modelId="{CD7B6012-4BDF-4220-90BD-D808ED789617}" type="presOf" srcId="{905C80D8-40A7-43C8-BD93-51F832F246F1}" destId="{71C73083-ABC4-446A-B0A1-FBE223918022}" srcOrd="0" destOrd="0" presId="urn:microsoft.com/office/officeart/2018/2/layout/IconLabelList"/>
    <dgm:cxn modelId="{74AABD2D-5D25-4D95-A721-4C04F922BB62}" type="presOf" srcId="{35E54606-9E1C-47B0-A7E1-F1ED6D76A5B8}" destId="{2C8D9048-273C-4B27-97DE-B094D607EB76}" srcOrd="0" destOrd="0" presId="urn:microsoft.com/office/officeart/2018/2/layout/IconLabelList"/>
    <dgm:cxn modelId="{24584684-C5CF-4383-A152-E104C8047B63}" srcId="{ADA0D66C-02AA-47BE-B804-8A9A33E99E9C}" destId="{CB4BDEC5-4E37-4CD6-A9C2-D80CF103140D}" srcOrd="3" destOrd="0" parTransId="{6E020277-2A56-40C5-9214-04CD2102BF96}" sibTransId="{C883976A-C344-44AF-A38A-AA43614CE7F0}"/>
    <dgm:cxn modelId="{A806A0B8-407E-4FF3-8899-E28B59B3F446}" srcId="{ADA0D66C-02AA-47BE-B804-8A9A33E99E9C}" destId="{905C80D8-40A7-43C8-BD93-51F832F246F1}" srcOrd="2" destOrd="0" parTransId="{F5C20709-9060-44B0-A03C-7352C444CC2C}" sibTransId="{57932DC1-3075-4AD4-95FE-57D1A1B5D173}"/>
    <dgm:cxn modelId="{C35E37EF-CEA3-460D-980C-051DC19FB912}" srcId="{ADA0D66C-02AA-47BE-B804-8A9A33E99E9C}" destId="{200DB9A1-F7E2-4144-9F78-0D76B1052424}" srcOrd="0" destOrd="0" parTransId="{806CD973-DDD7-4CEF-84AB-9123EE39BD64}" sibTransId="{E6B1B13F-5977-406F-8707-15EF5C604868}"/>
    <dgm:cxn modelId="{52C4BBF2-BD35-4DAB-BF5A-5A297A0B6335}" type="presOf" srcId="{ADA0D66C-02AA-47BE-B804-8A9A33E99E9C}" destId="{008903CF-8F8F-4DA8-9841-A585E7553B54}" srcOrd="0" destOrd="0" presId="urn:microsoft.com/office/officeart/2018/2/layout/IconLabelList"/>
    <dgm:cxn modelId="{B4E9D4F7-42C4-4A6A-9DC7-F9853B5617A9}" type="presOf" srcId="{CB4BDEC5-4E37-4CD6-A9C2-D80CF103140D}" destId="{96F3334A-32B5-4875-A647-1259F956B152}" srcOrd="0" destOrd="0" presId="urn:microsoft.com/office/officeart/2018/2/layout/IconLabelList"/>
    <dgm:cxn modelId="{E4B7F8D5-2F02-4B32-8F1D-DE5F0EA21351}" type="presParOf" srcId="{008903CF-8F8F-4DA8-9841-A585E7553B54}" destId="{C13C9071-90AB-4155-AD1F-529F06A91C4A}" srcOrd="0" destOrd="0" presId="urn:microsoft.com/office/officeart/2018/2/layout/IconLabelList"/>
    <dgm:cxn modelId="{14141FE5-7542-405E-AEE2-A6FBE21E1BEB}" type="presParOf" srcId="{C13C9071-90AB-4155-AD1F-529F06A91C4A}" destId="{854E56B1-6554-41B1-BFD9-7BECA4FC4C8E}" srcOrd="0" destOrd="0" presId="urn:microsoft.com/office/officeart/2018/2/layout/IconLabelList"/>
    <dgm:cxn modelId="{E0439B17-4ED9-447F-B785-BB3E7FDD05A3}" type="presParOf" srcId="{C13C9071-90AB-4155-AD1F-529F06A91C4A}" destId="{410E571F-799C-4E75-B530-7F8F895E616E}" srcOrd="1" destOrd="0" presId="urn:microsoft.com/office/officeart/2018/2/layout/IconLabelList"/>
    <dgm:cxn modelId="{B1820D68-7772-4897-85B7-01C4671EC8A0}" type="presParOf" srcId="{C13C9071-90AB-4155-AD1F-529F06A91C4A}" destId="{F21B4FC5-0647-4A0B-A4D4-27B0B6899761}" srcOrd="2" destOrd="0" presId="urn:microsoft.com/office/officeart/2018/2/layout/IconLabelList"/>
    <dgm:cxn modelId="{1E02004A-A86E-402D-B857-75FEE9C7179B}" type="presParOf" srcId="{008903CF-8F8F-4DA8-9841-A585E7553B54}" destId="{55CA8A21-CF7B-4FE4-9CCE-D0A4FB31031A}" srcOrd="1" destOrd="0" presId="urn:microsoft.com/office/officeart/2018/2/layout/IconLabelList"/>
    <dgm:cxn modelId="{467AC66F-98F0-4D7A-BF9B-EA305125F291}" type="presParOf" srcId="{008903CF-8F8F-4DA8-9841-A585E7553B54}" destId="{D4E499AA-56FB-47E7-860B-8D5D448AE7BC}" srcOrd="2" destOrd="0" presId="urn:microsoft.com/office/officeart/2018/2/layout/IconLabelList"/>
    <dgm:cxn modelId="{A647E532-E236-4F23-8B31-EE88B4ADF6FB}" type="presParOf" srcId="{D4E499AA-56FB-47E7-860B-8D5D448AE7BC}" destId="{7DD8CDBD-60AC-4174-95E6-24C9F9CDA8AB}" srcOrd="0" destOrd="0" presId="urn:microsoft.com/office/officeart/2018/2/layout/IconLabelList"/>
    <dgm:cxn modelId="{701279F9-ACAE-40A8-9232-61D4B4B28C12}" type="presParOf" srcId="{D4E499AA-56FB-47E7-860B-8D5D448AE7BC}" destId="{1B9A0BC3-74F0-4939-ACC4-261BE8E4C61A}" srcOrd="1" destOrd="0" presId="urn:microsoft.com/office/officeart/2018/2/layout/IconLabelList"/>
    <dgm:cxn modelId="{031289FB-570F-4FCA-ACE1-637F257FB6F1}" type="presParOf" srcId="{D4E499AA-56FB-47E7-860B-8D5D448AE7BC}" destId="{2C8D9048-273C-4B27-97DE-B094D607EB76}" srcOrd="2" destOrd="0" presId="urn:microsoft.com/office/officeart/2018/2/layout/IconLabelList"/>
    <dgm:cxn modelId="{ED3A50B4-4E89-47B4-B355-BC64DD42A07C}" type="presParOf" srcId="{008903CF-8F8F-4DA8-9841-A585E7553B54}" destId="{415BE05B-68D7-46C7-8C62-236E34ADE726}" srcOrd="3" destOrd="0" presId="urn:microsoft.com/office/officeart/2018/2/layout/IconLabelList"/>
    <dgm:cxn modelId="{53A05291-17B2-4F8E-B320-4416169ACCC0}" type="presParOf" srcId="{008903CF-8F8F-4DA8-9841-A585E7553B54}" destId="{1362DF94-F5FA-45B9-AFC0-0C923504E7DD}" srcOrd="4" destOrd="0" presId="urn:microsoft.com/office/officeart/2018/2/layout/IconLabelList"/>
    <dgm:cxn modelId="{43D0BB63-7AD8-4D61-8318-5912BA8F7C21}" type="presParOf" srcId="{1362DF94-F5FA-45B9-AFC0-0C923504E7DD}" destId="{22A3E22B-C3A8-4FAA-AF2A-DA371B64D237}" srcOrd="0" destOrd="0" presId="urn:microsoft.com/office/officeart/2018/2/layout/IconLabelList"/>
    <dgm:cxn modelId="{154EBC90-0767-485E-8706-1ED9DD6E86B7}" type="presParOf" srcId="{1362DF94-F5FA-45B9-AFC0-0C923504E7DD}" destId="{646E7635-F366-417A-BBC0-C924F6F9D951}" srcOrd="1" destOrd="0" presId="urn:microsoft.com/office/officeart/2018/2/layout/IconLabelList"/>
    <dgm:cxn modelId="{DED905A0-9DAE-4266-BE69-0396E7B86980}" type="presParOf" srcId="{1362DF94-F5FA-45B9-AFC0-0C923504E7DD}" destId="{71C73083-ABC4-446A-B0A1-FBE223918022}" srcOrd="2" destOrd="0" presId="urn:microsoft.com/office/officeart/2018/2/layout/IconLabelList"/>
    <dgm:cxn modelId="{D8B1AC6E-FE91-4E35-BC05-78EDABD0F562}" type="presParOf" srcId="{008903CF-8F8F-4DA8-9841-A585E7553B54}" destId="{391B90BB-BE31-4E84-B9A5-85D8CCB1F6C0}" srcOrd="5" destOrd="0" presId="urn:microsoft.com/office/officeart/2018/2/layout/IconLabelList"/>
    <dgm:cxn modelId="{B2085B45-A0B5-4605-A8F7-8B94E3BD11F5}" type="presParOf" srcId="{008903CF-8F8F-4DA8-9841-A585E7553B54}" destId="{5E664B50-FB05-428E-83C8-D2BCB35ED3CD}" srcOrd="6" destOrd="0" presId="urn:microsoft.com/office/officeart/2018/2/layout/IconLabelList"/>
    <dgm:cxn modelId="{98526951-C855-401B-9AD2-B13FBA3398A8}" type="presParOf" srcId="{5E664B50-FB05-428E-83C8-D2BCB35ED3CD}" destId="{D4DB7AFC-6932-4B4F-9A24-4385D8670D14}" srcOrd="0" destOrd="0" presId="urn:microsoft.com/office/officeart/2018/2/layout/IconLabelList"/>
    <dgm:cxn modelId="{DB33C22E-AD64-4DEB-A35D-E046B01EB80F}" type="presParOf" srcId="{5E664B50-FB05-428E-83C8-D2BCB35ED3CD}" destId="{976BA289-1EC0-4FDC-B60E-1F3803A6612A}" srcOrd="1" destOrd="0" presId="urn:microsoft.com/office/officeart/2018/2/layout/IconLabelList"/>
    <dgm:cxn modelId="{7F1404C2-1EC4-4873-866D-43B869068785}" type="presParOf" srcId="{5E664B50-FB05-428E-83C8-D2BCB35ED3CD}" destId="{96F3334A-32B5-4875-A647-1259F956B1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F0153AD-8980-4A0E-9154-5646069D744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0BF3C38-0F88-4366-869D-D57CA6D653F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accent2"/>
              </a:solidFill>
            </a:rPr>
            <a:t>One Night Free Hotel With Flight </a:t>
          </a:r>
        </a:p>
      </dgm:t>
    </dgm:pt>
    <dgm:pt modelId="{DB38C7D9-DD62-43EB-9627-1D81B199937B}" type="parTrans" cxnId="{3C995257-73C5-4D0A-ACB1-5AFBDB78542C}">
      <dgm:prSet/>
      <dgm:spPr/>
      <dgm:t>
        <a:bodyPr/>
        <a:lstStyle/>
        <a:p>
          <a:endParaRPr lang="en-US"/>
        </a:p>
      </dgm:t>
    </dgm:pt>
    <dgm:pt modelId="{6B8D2BBA-9B87-41D8-8D2C-49F2B8CA44C4}" type="sibTrans" cxnId="{3C995257-73C5-4D0A-ACB1-5AFBDB78542C}">
      <dgm:prSet/>
      <dgm:spPr/>
      <dgm:t>
        <a:bodyPr/>
        <a:lstStyle/>
        <a:p>
          <a:endParaRPr lang="en-US"/>
        </a:p>
      </dgm:t>
    </dgm:pt>
    <dgm:pt modelId="{05A30F19-1F87-451E-8892-83274D6DE3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accent3"/>
              </a:solidFill>
            </a:rPr>
            <a:t>Free Hotel Meal</a:t>
          </a:r>
        </a:p>
      </dgm:t>
    </dgm:pt>
    <dgm:pt modelId="{1ED3B571-AAB7-4CF5-B81A-65991D2620E5}" type="parTrans" cxnId="{5D108219-2092-429F-AD70-7EC4547C144A}">
      <dgm:prSet/>
      <dgm:spPr/>
      <dgm:t>
        <a:bodyPr/>
        <a:lstStyle/>
        <a:p>
          <a:endParaRPr lang="en-US"/>
        </a:p>
      </dgm:t>
    </dgm:pt>
    <dgm:pt modelId="{2ABB03B9-4EF5-4D4F-9AF3-155E2224A7E1}" type="sibTrans" cxnId="{5D108219-2092-429F-AD70-7EC4547C144A}">
      <dgm:prSet/>
      <dgm:spPr/>
      <dgm:t>
        <a:bodyPr/>
        <a:lstStyle/>
        <a:p>
          <a:endParaRPr lang="en-US"/>
        </a:p>
      </dgm:t>
    </dgm:pt>
    <dgm:pt modelId="{99FB3AE6-DE29-4B6D-A809-98A393882160}" type="pres">
      <dgm:prSet presAssocID="{CF0153AD-8980-4A0E-9154-5646069D7446}" presName="root" presStyleCnt="0">
        <dgm:presLayoutVars>
          <dgm:dir/>
          <dgm:resizeHandles val="exact"/>
        </dgm:presLayoutVars>
      </dgm:prSet>
      <dgm:spPr/>
    </dgm:pt>
    <dgm:pt modelId="{F67BF22C-FF21-4AB7-A4A0-5F3B871EB963}" type="pres">
      <dgm:prSet presAssocID="{50BF3C38-0F88-4366-869D-D57CA6D653FF}" presName="compNode" presStyleCnt="0"/>
      <dgm:spPr/>
    </dgm:pt>
    <dgm:pt modelId="{0719DEA5-FB58-4B66-A63A-048C0F36B094}" type="pres">
      <dgm:prSet presAssocID="{50BF3C38-0F88-4366-869D-D57CA6D653FF}" presName="iconBgRect" presStyleLbl="bgShp" presStyleIdx="0" presStyleCnt="2"/>
      <dgm:spPr/>
    </dgm:pt>
    <dgm:pt modelId="{88B0B62C-6149-4A0C-801F-16F9CBABC522}" type="pres">
      <dgm:prSet presAssocID="{50BF3C38-0F88-4366-869D-D57CA6D653F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2C4EB426-004A-42B6-BB54-B430F196C4E2}" type="pres">
      <dgm:prSet presAssocID="{50BF3C38-0F88-4366-869D-D57CA6D653FF}" presName="spaceRect" presStyleCnt="0"/>
      <dgm:spPr/>
    </dgm:pt>
    <dgm:pt modelId="{D65AC33A-86A2-425C-8868-3795D5B56D0A}" type="pres">
      <dgm:prSet presAssocID="{50BF3C38-0F88-4366-869D-D57CA6D653FF}" presName="textRect" presStyleLbl="revTx" presStyleIdx="0" presStyleCnt="2">
        <dgm:presLayoutVars>
          <dgm:chMax val="1"/>
          <dgm:chPref val="1"/>
        </dgm:presLayoutVars>
      </dgm:prSet>
      <dgm:spPr/>
    </dgm:pt>
    <dgm:pt modelId="{467F8DD4-365A-4EFB-B4C3-DC7E3E688A91}" type="pres">
      <dgm:prSet presAssocID="{6B8D2BBA-9B87-41D8-8D2C-49F2B8CA44C4}" presName="sibTrans" presStyleCnt="0"/>
      <dgm:spPr/>
    </dgm:pt>
    <dgm:pt modelId="{9E0DCE60-70BE-4EBB-914A-7E2054C683A3}" type="pres">
      <dgm:prSet presAssocID="{05A30F19-1F87-451E-8892-83274D6DE38C}" presName="compNode" presStyleCnt="0"/>
      <dgm:spPr/>
    </dgm:pt>
    <dgm:pt modelId="{CCA0059D-92FF-4BBD-BA91-DC0D00FF8EB8}" type="pres">
      <dgm:prSet presAssocID="{05A30F19-1F87-451E-8892-83274D6DE38C}" presName="iconBgRect" presStyleLbl="bgShp" presStyleIdx="1" presStyleCnt="2"/>
      <dgm:spPr/>
    </dgm:pt>
    <dgm:pt modelId="{89BF1D56-0895-4109-8795-FFD9575DC5FA}" type="pres">
      <dgm:prSet presAssocID="{05A30F19-1F87-451E-8892-83274D6DE3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47A8B49D-7032-472E-B22F-F2D019F082D1}" type="pres">
      <dgm:prSet presAssocID="{05A30F19-1F87-451E-8892-83274D6DE38C}" presName="spaceRect" presStyleCnt="0"/>
      <dgm:spPr/>
    </dgm:pt>
    <dgm:pt modelId="{E6953ED5-1E84-436B-8956-AF136B3B1B5C}" type="pres">
      <dgm:prSet presAssocID="{05A30F19-1F87-451E-8892-83274D6DE3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D108219-2092-429F-AD70-7EC4547C144A}" srcId="{CF0153AD-8980-4A0E-9154-5646069D7446}" destId="{05A30F19-1F87-451E-8892-83274D6DE38C}" srcOrd="1" destOrd="0" parTransId="{1ED3B571-AAB7-4CF5-B81A-65991D2620E5}" sibTransId="{2ABB03B9-4EF5-4D4F-9AF3-155E2224A7E1}"/>
    <dgm:cxn modelId="{CA51C238-A33C-4295-83F5-62F97485665E}" type="presOf" srcId="{50BF3C38-0F88-4366-869D-D57CA6D653FF}" destId="{D65AC33A-86A2-425C-8868-3795D5B56D0A}" srcOrd="0" destOrd="0" presId="urn:microsoft.com/office/officeart/2018/5/layout/IconCircleLabelList"/>
    <dgm:cxn modelId="{3C995257-73C5-4D0A-ACB1-5AFBDB78542C}" srcId="{CF0153AD-8980-4A0E-9154-5646069D7446}" destId="{50BF3C38-0F88-4366-869D-D57CA6D653FF}" srcOrd="0" destOrd="0" parTransId="{DB38C7D9-DD62-43EB-9627-1D81B199937B}" sibTransId="{6B8D2BBA-9B87-41D8-8D2C-49F2B8CA44C4}"/>
    <dgm:cxn modelId="{78511458-230B-44D1-B817-C3D512A819F5}" type="presOf" srcId="{CF0153AD-8980-4A0E-9154-5646069D7446}" destId="{99FB3AE6-DE29-4B6D-A809-98A393882160}" srcOrd="0" destOrd="0" presId="urn:microsoft.com/office/officeart/2018/5/layout/IconCircleLabelList"/>
    <dgm:cxn modelId="{5F55F8A0-897E-43E9-BFE9-2FBBE8C8E498}" type="presOf" srcId="{05A30F19-1F87-451E-8892-83274D6DE38C}" destId="{E6953ED5-1E84-436B-8956-AF136B3B1B5C}" srcOrd="0" destOrd="0" presId="urn:microsoft.com/office/officeart/2018/5/layout/IconCircleLabelList"/>
    <dgm:cxn modelId="{74833DE1-CB22-40DD-BE26-5BA1C54956B1}" type="presParOf" srcId="{99FB3AE6-DE29-4B6D-A809-98A393882160}" destId="{F67BF22C-FF21-4AB7-A4A0-5F3B871EB963}" srcOrd="0" destOrd="0" presId="urn:microsoft.com/office/officeart/2018/5/layout/IconCircleLabelList"/>
    <dgm:cxn modelId="{170875CC-28B4-4E63-8A1F-884BE0679B04}" type="presParOf" srcId="{F67BF22C-FF21-4AB7-A4A0-5F3B871EB963}" destId="{0719DEA5-FB58-4B66-A63A-048C0F36B094}" srcOrd="0" destOrd="0" presId="urn:microsoft.com/office/officeart/2018/5/layout/IconCircleLabelList"/>
    <dgm:cxn modelId="{AE0140EA-816B-404F-BA6D-8986506C2240}" type="presParOf" srcId="{F67BF22C-FF21-4AB7-A4A0-5F3B871EB963}" destId="{88B0B62C-6149-4A0C-801F-16F9CBABC522}" srcOrd="1" destOrd="0" presId="urn:microsoft.com/office/officeart/2018/5/layout/IconCircleLabelList"/>
    <dgm:cxn modelId="{1E1F01D2-520E-45E7-B3C4-C74BD5E48A76}" type="presParOf" srcId="{F67BF22C-FF21-4AB7-A4A0-5F3B871EB963}" destId="{2C4EB426-004A-42B6-BB54-B430F196C4E2}" srcOrd="2" destOrd="0" presId="urn:microsoft.com/office/officeart/2018/5/layout/IconCircleLabelList"/>
    <dgm:cxn modelId="{F4C7F20B-7E7A-4C76-8188-A2F4B46FE4EA}" type="presParOf" srcId="{F67BF22C-FF21-4AB7-A4A0-5F3B871EB963}" destId="{D65AC33A-86A2-425C-8868-3795D5B56D0A}" srcOrd="3" destOrd="0" presId="urn:microsoft.com/office/officeart/2018/5/layout/IconCircleLabelList"/>
    <dgm:cxn modelId="{0571C17D-C4E5-4D53-97E2-FD848BF3D0F0}" type="presParOf" srcId="{99FB3AE6-DE29-4B6D-A809-98A393882160}" destId="{467F8DD4-365A-4EFB-B4C3-DC7E3E688A91}" srcOrd="1" destOrd="0" presId="urn:microsoft.com/office/officeart/2018/5/layout/IconCircleLabelList"/>
    <dgm:cxn modelId="{632CC1CF-2B78-48EB-9254-7549B3CBAE49}" type="presParOf" srcId="{99FB3AE6-DE29-4B6D-A809-98A393882160}" destId="{9E0DCE60-70BE-4EBB-914A-7E2054C683A3}" srcOrd="2" destOrd="0" presId="urn:microsoft.com/office/officeart/2018/5/layout/IconCircleLabelList"/>
    <dgm:cxn modelId="{F4540B48-639E-4AC0-A01F-DFFAC49D4B28}" type="presParOf" srcId="{9E0DCE60-70BE-4EBB-914A-7E2054C683A3}" destId="{CCA0059D-92FF-4BBD-BA91-DC0D00FF8EB8}" srcOrd="0" destOrd="0" presId="urn:microsoft.com/office/officeart/2018/5/layout/IconCircleLabelList"/>
    <dgm:cxn modelId="{58BF67AF-CD6A-4225-9548-E1BD77A29539}" type="presParOf" srcId="{9E0DCE60-70BE-4EBB-914A-7E2054C683A3}" destId="{89BF1D56-0895-4109-8795-FFD9575DC5FA}" srcOrd="1" destOrd="0" presId="urn:microsoft.com/office/officeart/2018/5/layout/IconCircleLabelList"/>
    <dgm:cxn modelId="{C8AE6F28-2B4E-4AD3-B3F3-1EB5721FA029}" type="presParOf" srcId="{9E0DCE60-70BE-4EBB-914A-7E2054C683A3}" destId="{47A8B49D-7032-472E-B22F-F2D019F082D1}" srcOrd="2" destOrd="0" presId="urn:microsoft.com/office/officeart/2018/5/layout/IconCircleLabelList"/>
    <dgm:cxn modelId="{3384F205-C1E5-47F2-8A0C-7B9249D0DD7E}" type="presParOf" srcId="{9E0DCE60-70BE-4EBB-914A-7E2054C683A3}" destId="{E6953ED5-1E84-436B-8956-AF136B3B1B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F0153AD-8980-4A0E-9154-5646069D744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B2F8F64-03EE-41C6-88C3-B75B80695C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accent3"/>
              </a:solidFill>
            </a:rPr>
            <a:t>Free Cancellations</a:t>
          </a:r>
          <a:endParaRPr lang="LID4096" dirty="0">
            <a:solidFill>
              <a:schemeClr val="accent3"/>
            </a:solidFill>
          </a:endParaRPr>
        </a:p>
      </dgm:t>
    </dgm:pt>
    <dgm:pt modelId="{12B644EB-3158-4DC9-A9F9-E3BADEFBD3B5}" type="parTrans" cxnId="{1A4518CF-97C7-4E14-9BAA-8D26240C0227}">
      <dgm:prSet/>
      <dgm:spPr/>
      <dgm:t>
        <a:bodyPr/>
        <a:lstStyle/>
        <a:p>
          <a:endParaRPr lang="LID4096"/>
        </a:p>
      </dgm:t>
    </dgm:pt>
    <dgm:pt modelId="{0F3FF9F1-DAE2-4D07-A72D-12D6007AB25E}" type="sibTrans" cxnId="{1A4518CF-97C7-4E14-9BAA-8D26240C0227}">
      <dgm:prSet/>
      <dgm:spPr/>
      <dgm:t>
        <a:bodyPr/>
        <a:lstStyle/>
        <a:p>
          <a:endParaRPr lang="LID4096"/>
        </a:p>
      </dgm:t>
    </dgm:pt>
    <dgm:pt modelId="{006CBFD3-25FA-4573-A654-3EB5667AE0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accent2"/>
              </a:solidFill>
            </a:rPr>
            <a:t>Free Checked Bag</a:t>
          </a:r>
          <a:endParaRPr lang="LID4096" dirty="0">
            <a:solidFill>
              <a:schemeClr val="accent2"/>
            </a:solidFill>
          </a:endParaRPr>
        </a:p>
      </dgm:t>
    </dgm:pt>
    <dgm:pt modelId="{E6E621FA-D64E-4CD3-AAEE-8EBA239E81A8}" type="parTrans" cxnId="{4993D770-4833-4C87-A14C-36ADD96C8A11}">
      <dgm:prSet/>
      <dgm:spPr/>
      <dgm:t>
        <a:bodyPr/>
        <a:lstStyle/>
        <a:p>
          <a:endParaRPr lang="LID4096"/>
        </a:p>
      </dgm:t>
    </dgm:pt>
    <dgm:pt modelId="{4EA5C6CF-E1D7-4F03-9615-62043C9B315E}" type="sibTrans" cxnId="{4993D770-4833-4C87-A14C-36ADD96C8A11}">
      <dgm:prSet/>
      <dgm:spPr/>
      <dgm:t>
        <a:bodyPr/>
        <a:lstStyle/>
        <a:p>
          <a:endParaRPr lang="LID4096"/>
        </a:p>
      </dgm:t>
    </dgm:pt>
    <dgm:pt modelId="{99FB3AE6-DE29-4B6D-A809-98A393882160}" type="pres">
      <dgm:prSet presAssocID="{CF0153AD-8980-4A0E-9154-5646069D7446}" presName="root" presStyleCnt="0">
        <dgm:presLayoutVars>
          <dgm:dir/>
          <dgm:resizeHandles val="exact"/>
        </dgm:presLayoutVars>
      </dgm:prSet>
      <dgm:spPr/>
    </dgm:pt>
    <dgm:pt modelId="{AF668BD6-8006-460A-AE09-544375E5EC82}" type="pres">
      <dgm:prSet presAssocID="{006CBFD3-25FA-4573-A654-3EB5667AE045}" presName="compNode" presStyleCnt="0"/>
      <dgm:spPr/>
    </dgm:pt>
    <dgm:pt modelId="{0699AD2E-71AA-437E-8192-F8D3BC1F0088}" type="pres">
      <dgm:prSet presAssocID="{006CBFD3-25FA-4573-A654-3EB5667AE045}" presName="iconBgRect" presStyleLbl="bgShp" presStyleIdx="0" presStyleCnt="2"/>
      <dgm:spPr/>
    </dgm:pt>
    <dgm:pt modelId="{820DA3C3-EBC4-48D5-88E4-6AE5E1337057}" type="pres">
      <dgm:prSet presAssocID="{006CBFD3-25FA-4573-A654-3EB5667AE04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ckpack with solid fill"/>
        </a:ext>
      </dgm:extLst>
    </dgm:pt>
    <dgm:pt modelId="{D19B266F-298F-4779-A71C-EA8A5AE64F71}" type="pres">
      <dgm:prSet presAssocID="{006CBFD3-25FA-4573-A654-3EB5667AE045}" presName="spaceRect" presStyleCnt="0"/>
      <dgm:spPr/>
    </dgm:pt>
    <dgm:pt modelId="{8169147A-78E2-4108-AE9F-6497936B8FD8}" type="pres">
      <dgm:prSet presAssocID="{006CBFD3-25FA-4573-A654-3EB5667AE045}" presName="textRect" presStyleLbl="revTx" presStyleIdx="0" presStyleCnt="2">
        <dgm:presLayoutVars>
          <dgm:chMax val="1"/>
          <dgm:chPref val="1"/>
        </dgm:presLayoutVars>
      </dgm:prSet>
      <dgm:spPr/>
    </dgm:pt>
    <dgm:pt modelId="{5CA58CD2-609A-4396-B9B9-8A14A0033EDB}" type="pres">
      <dgm:prSet presAssocID="{4EA5C6CF-E1D7-4F03-9615-62043C9B315E}" presName="sibTrans" presStyleCnt="0"/>
      <dgm:spPr/>
    </dgm:pt>
    <dgm:pt modelId="{D2B50846-53F8-41D3-98E0-A4E9B38973AC}" type="pres">
      <dgm:prSet presAssocID="{9B2F8F64-03EE-41C6-88C3-B75B80695CE6}" presName="compNode" presStyleCnt="0"/>
      <dgm:spPr/>
    </dgm:pt>
    <dgm:pt modelId="{44644BAE-4B3D-4F1D-B5A9-82F33DF9BBC3}" type="pres">
      <dgm:prSet presAssocID="{9B2F8F64-03EE-41C6-88C3-B75B80695CE6}" presName="iconBgRect" presStyleLbl="bgShp" presStyleIdx="1" presStyleCnt="2"/>
      <dgm:spPr/>
    </dgm:pt>
    <dgm:pt modelId="{989CA989-1322-4B43-B100-EB617A1612AF}" type="pres">
      <dgm:prSet presAssocID="{9B2F8F64-03EE-41C6-88C3-B75B80695CE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E660068E-40D3-4BCB-B9AD-F9497C08C8C9}" type="pres">
      <dgm:prSet presAssocID="{9B2F8F64-03EE-41C6-88C3-B75B80695CE6}" presName="spaceRect" presStyleCnt="0"/>
      <dgm:spPr/>
    </dgm:pt>
    <dgm:pt modelId="{DBA05EA1-CCE6-4A66-A14A-7DB9A85485B0}" type="pres">
      <dgm:prSet presAssocID="{9B2F8F64-03EE-41C6-88C3-B75B80695C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993D770-4833-4C87-A14C-36ADD96C8A11}" srcId="{CF0153AD-8980-4A0E-9154-5646069D7446}" destId="{006CBFD3-25FA-4573-A654-3EB5667AE045}" srcOrd="0" destOrd="0" parTransId="{E6E621FA-D64E-4CD3-AAEE-8EBA239E81A8}" sibTransId="{4EA5C6CF-E1D7-4F03-9615-62043C9B315E}"/>
    <dgm:cxn modelId="{78511458-230B-44D1-B817-C3D512A819F5}" type="presOf" srcId="{CF0153AD-8980-4A0E-9154-5646069D7446}" destId="{99FB3AE6-DE29-4B6D-A809-98A393882160}" srcOrd="0" destOrd="0" presId="urn:microsoft.com/office/officeart/2018/5/layout/IconCircleLabelList"/>
    <dgm:cxn modelId="{CD22A1C1-667D-4A87-9B5F-23D127144289}" type="presOf" srcId="{9B2F8F64-03EE-41C6-88C3-B75B80695CE6}" destId="{DBA05EA1-CCE6-4A66-A14A-7DB9A85485B0}" srcOrd="0" destOrd="0" presId="urn:microsoft.com/office/officeart/2018/5/layout/IconCircleLabelList"/>
    <dgm:cxn modelId="{1A4518CF-97C7-4E14-9BAA-8D26240C0227}" srcId="{CF0153AD-8980-4A0E-9154-5646069D7446}" destId="{9B2F8F64-03EE-41C6-88C3-B75B80695CE6}" srcOrd="1" destOrd="0" parTransId="{12B644EB-3158-4DC9-A9F9-E3BADEFBD3B5}" sibTransId="{0F3FF9F1-DAE2-4D07-A72D-12D6007AB25E}"/>
    <dgm:cxn modelId="{29825DCF-D7FC-411C-8CFA-F43C28C953A1}" type="presOf" srcId="{006CBFD3-25FA-4573-A654-3EB5667AE045}" destId="{8169147A-78E2-4108-AE9F-6497936B8FD8}" srcOrd="0" destOrd="0" presId="urn:microsoft.com/office/officeart/2018/5/layout/IconCircleLabelList"/>
    <dgm:cxn modelId="{4FEAA346-675C-4262-80E8-2EF9010B4408}" type="presParOf" srcId="{99FB3AE6-DE29-4B6D-A809-98A393882160}" destId="{AF668BD6-8006-460A-AE09-544375E5EC82}" srcOrd="0" destOrd="0" presId="urn:microsoft.com/office/officeart/2018/5/layout/IconCircleLabelList"/>
    <dgm:cxn modelId="{EEAC6A4F-EB13-4E0A-9509-77508BAD19EE}" type="presParOf" srcId="{AF668BD6-8006-460A-AE09-544375E5EC82}" destId="{0699AD2E-71AA-437E-8192-F8D3BC1F0088}" srcOrd="0" destOrd="0" presId="urn:microsoft.com/office/officeart/2018/5/layout/IconCircleLabelList"/>
    <dgm:cxn modelId="{1645F74E-AC8F-4D14-94E8-EBC714BF9CC8}" type="presParOf" srcId="{AF668BD6-8006-460A-AE09-544375E5EC82}" destId="{820DA3C3-EBC4-48D5-88E4-6AE5E1337057}" srcOrd="1" destOrd="0" presId="urn:microsoft.com/office/officeart/2018/5/layout/IconCircleLabelList"/>
    <dgm:cxn modelId="{4B127A03-DDE9-433D-A919-FF984FD2613D}" type="presParOf" srcId="{AF668BD6-8006-460A-AE09-544375E5EC82}" destId="{D19B266F-298F-4779-A71C-EA8A5AE64F71}" srcOrd="2" destOrd="0" presId="urn:microsoft.com/office/officeart/2018/5/layout/IconCircleLabelList"/>
    <dgm:cxn modelId="{69BF99EF-E772-460A-B654-E6EEC4EF182C}" type="presParOf" srcId="{AF668BD6-8006-460A-AE09-544375E5EC82}" destId="{8169147A-78E2-4108-AE9F-6497936B8FD8}" srcOrd="3" destOrd="0" presId="urn:microsoft.com/office/officeart/2018/5/layout/IconCircleLabelList"/>
    <dgm:cxn modelId="{1E2ABA97-3250-4151-B950-85345413A54A}" type="presParOf" srcId="{99FB3AE6-DE29-4B6D-A809-98A393882160}" destId="{5CA58CD2-609A-4396-B9B9-8A14A0033EDB}" srcOrd="1" destOrd="0" presId="urn:microsoft.com/office/officeart/2018/5/layout/IconCircleLabelList"/>
    <dgm:cxn modelId="{0B7D573D-33EC-4DBF-BB88-A926BC854CBB}" type="presParOf" srcId="{99FB3AE6-DE29-4B6D-A809-98A393882160}" destId="{D2B50846-53F8-41D3-98E0-A4E9B38973AC}" srcOrd="2" destOrd="0" presId="urn:microsoft.com/office/officeart/2018/5/layout/IconCircleLabelList"/>
    <dgm:cxn modelId="{E9B86A3F-319C-4706-8EBA-292ECE343DC4}" type="presParOf" srcId="{D2B50846-53F8-41D3-98E0-A4E9B38973AC}" destId="{44644BAE-4B3D-4F1D-B5A9-82F33DF9BBC3}" srcOrd="0" destOrd="0" presId="urn:microsoft.com/office/officeart/2018/5/layout/IconCircleLabelList"/>
    <dgm:cxn modelId="{F51B1509-14D8-48E7-ABE5-9B37203FC9AA}" type="presParOf" srcId="{D2B50846-53F8-41D3-98E0-A4E9B38973AC}" destId="{989CA989-1322-4B43-B100-EB617A1612AF}" srcOrd="1" destOrd="0" presId="urn:microsoft.com/office/officeart/2018/5/layout/IconCircleLabelList"/>
    <dgm:cxn modelId="{CEA4725C-907E-4628-82EC-F1AD75F4DC2E}" type="presParOf" srcId="{D2B50846-53F8-41D3-98E0-A4E9B38973AC}" destId="{E660068E-40D3-4BCB-B9AD-F9497C08C8C9}" srcOrd="2" destOrd="0" presId="urn:microsoft.com/office/officeart/2018/5/layout/IconCircleLabelList"/>
    <dgm:cxn modelId="{5A2C5B01-BA5D-4A02-909E-D0CB0DCD8A4C}" type="presParOf" srcId="{D2B50846-53F8-41D3-98E0-A4E9B38973AC}" destId="{DBA05EA1-CCE6-4A66-A14A-7DB9A85485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59E6FEC-5E14-40C4-810D-A702C75D36B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BC48ADB-D5CD-4677-9BA8-E1B13127E774}">
      <dgm:prSet/>
      <dgm:spPr/>
      <dgm:t>
        <a:bodyPr/>
        <a:lstStyle/>
        <a:p>
          <a:r>
            <a:rPr lang="en-US"/>
            <a:t>Varying perks for different stages of engagement </a:t>
          </a:r>
        </a:p>
      </dgm:t>
    </dgm:pt>
    <dgm:pt modelId="{4A3C3B89-99A0-4E70-A7D9-3EEAC71D2473}" type="parTrans" cxnId="{DFE7AE3E-DB15-4CAF-A2C8-79AE916F2D7F}">
      <dgm:prSet/>
      <dgm:spPr/>
      <dgm:t>
        <a:bodyPr/>
        <a:lstStyle/>
        <a:p>
          <a:endParaRPr lang="en-US"/>
        </a:p>
      </dgm:t>
    </dgm:pt>
    <dgm:pt modelId="{13AF0530-2EFE-4BBA-AA34-75289D7F6266}" type="sibTrans" cxnId="{DFE7AE3E-DB15-4CAF-A2C8-79AE916F2D7F}">
      <dgm:prSet/>
      <dgm:spPr/>
      <dgm:t>
        <a:bodyPr/>
        <a:lstStyle/>
        <a:p>
          <a:endParaRPr lang="en-US"/>
        </a:p>
      </dgm:t>
    </dgm:pt>
    <dgm:pt modelId="{74925DA4-A607-47BA-AEB2-EE4E60DF6F28}">
      <dgm:prSet/>
      <dgm:spPr/>
      <dgm:t>
        <a:bodyPr/>
        <a:lstStyle/>
        <a:p>
          <a:r>
            <a:rPr lang="en-US"/>
            <a:t>Promote Loyalty</a:t>
          </a:r>
        </a:p>
      </dgm:t>
    </dgm:pt>
    <dgm:pt modelId="{1D38F256-4EB1-44FB-9945-AB21C3751A3F}" type="parTrans" cxnId="{7BEA1AA2-7974-4C57-9374-04634E717AAC}">
      <dgm:prSet/>
      <dgm:spPr/>
      <dgm:t>
        <a:bodyPr/>
        <a:lstStyle/>
        <a:p>
          <a:endParaRPr lang="en-US"/>
        </a:p>
      </dgm:t>
    </dgm:pt>
    <dgm:pt modelId="{F4D3745A-5B2A-485F-9390-2476F95C3CBF}" type="sibTrans" cxnId="{7BEA1AA2-7974-4C57-9374-04634E717AAC}">
      <dgm:prSet/>
      <dgm:spPr/>
      <dgm:t>
        <a:bodyPr/>
        <a:lstStyle/>
        <a:p>
          <a:endParaRPr lang="en-US"/>
        </a:p>
      </dgm:t>
    </dgm:pt>
    <dgm:pt modelId="{6DB73BD0-5C58-4D8D-B812-8FEFEB9CEC2B}">
      <dgm:prSet/>
      <dgm:spPr/>
      <dgm:t>
        <a:bodyPr/>
        <a:lstStyle/>
        <a:p>
          <a:r>
            <a:rPr lang="en-US" dirty="0"/>
            <a:t>Can be applied based on RFM findings</a:t>
          </a:r>
        </a:p>
      </dgm:t>
    </dgm:pt>
    <dgm:pt modelId="{29E8A0E7-C87A-4EB0-9827-C52086ADB0FD}" type="parTrans" cxnId="{36B19CFF-1AD8-4E35-BA25-2954804382D2}">
      <dgm:prSet/>
      <dgm:spPr/>
      <dgm:t>
        <a:bodyPr/>
        <a:lstStyle/>
        <a:p>
          <a:endParaRPr lang="en-US"/>
        </a:p>
      </dgm:t>
    </dgm:pt>
    <dgm:pt modelId="{61C1BDF3-A21F-49D6-978D-58EF401FF5CC}" type="sibTrans" cxnId="{36B19CFF-1AD8-4E35-BA25-2954804382D2}">
      <dgm:prSet/>
      <dgm:spPr/>
      <dgm:t>
        <a:bodyPr/>
        <a:lstStyle/>
        <a:p>
          <a:endParaRPr lang="en-US"/>
        </a:p>
      </dgm:t>
    </dgm:pt>
    <dgm:pt modelId="{BC852CFC-4BFE-4C7F-ABFC-56BE990DB77A}" type="pres">
      <dgm:prSet presAssocID="{259E6FEC-5E14-40C4-810D-A702C75D36BC}" presName="linear" presStyleCnt="0">
        <dgm:presLayoutVars>
          <dgm:animLvl val="lvl"/>
          <dgm:resizeHandles val="exact"/>
        </dgm:presLayoutVars>
      </dgm:prSet>
      <dgm:spPr/>
    </dgm:pt>
    <dgm:pt modelId="{822B29CD-B6AB-4D69-80A8-EC75D76DF763}" type="pres">
      <dgm:prSet presAssocID="{1BC48ADB-D5CD-4677-9BA8-E1B13127E77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9AA643-31A2-41DD-B117-378EB20E52B1}" type="pres">
      <dgm:prSet presAssocID="{13AF0530-2EFE-4BBA-AA34-75289D7F6266}" presName="spacer" presStyleCnt="0"/>
      <dgm:spPr/>
    </dgm:pt>
    <dgm:pt modelId="{430B2539-AF68-4E13-B05D-8D9BD7025503}" type="pres">
      <dgm:prSet presAssocID="{74925DA4-A607-47BA-AEB2-EE4E60DF6F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8DA832-942E-43D4-B987-233D324D2C2F}" type="pres">
      <dgm:prSet presAssocID="{F4D3745A-5B2A-485F-9390-2476F95C3CBF}" presName="spacer" presStyleCnt="0"/>
      <dgm:spPr/>
    </dgm:pt>
    <dgm:pt modelId="{C039F573-BC8C-4325-9DD3-A7331842305A}" type="pres">
      <dgm:prSet presAssocID="{6DB73BD0-5C58-4D8D-B812-8FEFEB9CEC2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E7AE3E-DB15-4CAF-A2C8-79AE916F2D7F}" srcId="{259E6FEC-5E14-40C4-810D-A702C75D36BC}" destId="{1BC48ADB-D5CD-4677-9BA8-E1B13127E774}" srcOrd="0" destOrd="0" parTransId="{4A3C3B89-99A0-4E70-A7D9-3EEAC71D2473}" sibTransId="{13AF0530-2EFE-4BBA-AA34-75289D7F6266}"/>
    <dgm:cxn modelId="{7BEA1AA2-7974-4C57-9374-04634E717AAC}" srcId="{259E6FEC-5E14-40C4-810D-A702C75D36BC}" destId="{74925DA4-A607-47BA-AEB2-EE4E60DF6F28}" srcOrd="1" destOrd="0" parTransId="{1D38F256-4EB1-44FB-9945-AB21C3751A3F}" sibTransId="{F4D3745A-5B2A-485F-9390-2476F95C3CBF}"/>
    <dgm:cxn modelId="{82D040A6-0F4C-4CF7-8C94-7BBC7EDB3EC8}" type="presOf" srcId="{6DB73BD0-5C58-4D8D-B812-8FEFEB9CEC2B}" destId="{C039F573-BC8C-4325-9DD3-A7331842305A}" srcOrd="0" destOrd="0" presId="urn:microsoft.com/office/officeart/2005/8/layout/vList2"/>
    <dgm:cxn modelId="{E5C6FCB1-643D-4F58-88D3-914088E2077B}" type="presOf" srcId="{259E6FEC-5E14-40C4-810D-A702C75D36BC}" destId="{BC852CFC-4BFE-4C7F-ABFC-56BE990DB77A}" srcOrd="0" destOrd="0" presId="urn:microsoft.com/office/officeart/2005/8/layout/vList2"/>
    <dgm:cxn modelId="{D80B7CB6-C6D3-4689-AA8D-5C976E525E54}" type="presOf" srcId="{74925DA4-A607-47BA-AEB2-EE4E60DF6F28}" destId="{430B2539-AF68-4E13-B05D-8D9BD7025503}" srcOrd="0" destOrd="0" presId="urn:microsoft.com/office/officeart/2005/8/layout/vList2"/>
    <dgm:cxn modelId="{711AAFD2-35D3-4AA1-AD3F-BF40B4FF4BCE}" type="presOf" srcId="{1BC48ADB-D5CD-4677-9BA8-E1B13127E774}" destId="{822B29CD-B6AB-4D69-80A8-EC75D76DF763}" srcOrd="0" destOrd="0" presId="urn:microsoft.com/office/officeart/2005/8/layout/vList2"/>
    <dgm:cxn modelId="{36B19CFF-1AD8-4E35-BA25-2954804382D2}" srcId="{259E6FEC-5E14-40C4-810D-A702C75D36BC}" destId="{6DB73BD0-5C58-4D8D-B812-8FEFEB9CEC2B}" srcOrd="2" destOrd="0" parTransId="{29E8A0E7-C87A-4EB0-9827-C52086ADB0FD}" sibTransId="{61C1BDF3-A21F-49D6-978D-58EF401FF5CC}"/>
    <dgm:cxn modelId="{900259CC-27FD-42B0-9B5E-E8F4C80FD8AE}" type="presParOf" srcId="{BC852CFC-4BFE-4C7F-ABFC-56BE990DB77A}" destId="{822B29CD-B6AB-4D69-80A8-EC75D76DF763}" srcOrd="0" destOrd="0" presId="urn:microsoft.com/office/officeart/2005/8/layout/vList2"/>
    <dgm:cxn modelId="{4711DF48-CAA2-416C-BA7D-0643E4DF5293}" type="presParOf" srcId="{BC852CFC-4BFE-4C7F-ABFC-56BE990DB77A}" destId="{EB9AA643-31A2-41DD-B117-378EB20E52B1}" srcOrd="1" destOrd="0" presId="urn:microsoft.com/office/officeart/2005/8/layout/vList2"/>
    <dgm:cxn modelId="{57BBC5AF-AEF9-4A31-8535-F113ADB26289}" type="presParOf" srcId="{BC852CFC-4BFE-4C7F-ABFC-56BE990DB77A}" destId="{430B2539-AF68-4E13-B05D-8D9BD7025503}" srcOrd="2" destOrd="0" presId="urn:microsoft.com/office/officeart/2005/8/layout/vList2"/>
    <dgm:cxn modelId="{A5311184-E5EF-4403-B1C1-7D80968F868D}" type="presParOf" srcId="{BC852CFC-4BFE-4C7F-ABFC-56BE990DB77A}" destId="{308DA832-942E-43D4-B987-233D324D2C2F}" srcOrd="3" destOrd="0" presId="urn:microsoft.com/office/officeart/2005/8/layout/vList2"/>
    <dgm:cxn modelId="{FB31C40B-83CE-4261-82B9-296EFA7F2262}" type="presParOf" srcId="{BC852CFC-4BFE-4C7F-ABFC-56BE990DB77A}" destId="{C039F573-BC8C-4325-9DD3-A733184230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1CFB19D-083B-41E6-B7DC-B5EC2FC4819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99A2CD-FC83-46C3-BC08-8D95E6D0A1B1}">
      <dgm:prSet/>
      <dgm:spPr/>
      <dgm:t>
        <a:bodyPr/>
        <a:lstStyle/>
        <a:p>
          <a:r>
            <a:rPr lang="en-US" dirty="0"/>
            <a:t>Lot of unknowns (seen in CLTV)</a:t>
          </a:r>
        </a:p>
      </dgm:t>
    </dgm:pt>
    <dgm:pt modelId="{5F0F938C-F8C6-499A-8EBF-E495F78098D6}" type="parTrans" cxnId="{7797954A-A07B-465E-9084-14C33699D54F}">
      <dgm:prSet/>
      <dgm:spPr/>
      <dgm:t>
        <a:bodyPr/>
        <a:lstStyle/>
        <a:p>
          <a:endParaRPr lang="en-US"/>
        </a:p>
      </dgm:t>
    </dgm:pt>
    <dgm:pt modelId="{BC8E6BDE-3AA2-4FF8-82DB-5E4716FAD9E6}" type="sibTrans" cxnId="{7797954A-A07B-465E-9084-14C33699D54F}">
      <dgm:prSet/>
      <dgm:spPr/>
      <dgm:t>
        <a:bodyPr/>
        <a:lstStyle/>
        <a:p>
          <a:endParaRPr lang="en-US"/>
        </a:p>
      </dgm:t>
    </dgm:pt>
    <dgm:pt modelId="{875857E7-59FF-44D9-A5B0-152519A0EA4C}">
      <dgm:prSet/>
      <dgm:spPr/>
      <dgm:t>
        <a:bodyPr/>
        <a:lstStyle/>
        <a:p>
          <a:r>
            <a:rPr lang="en-US"/>
            <a:t>Proactive approach</a:t>
          </a:r>
        </a:p>
      </dgm:t>
    </dgm:pt>
    <dgm:pt modelId="{B5D3BE50-18EC-4EC6-9D6F-357B9C9FAB5D}" type="parTrans" cxnId="{BFE130B8-C865-4CCB-A919-C82B8655E3B6}">
      <dgm:prSet/>
      <dgm:spPr/>
      <dgm:t>
        <a:bodyPr/>
        <a:lstStyle/>
        <a:p>
          <a:endParaRPr lang="en-US"/>
        </a:p>
      </dgm:t>
    </dgm:pt>
    <dgm:pt modelId="{AD740467-C57F-4847-87F6-055EB7605D2C}" type="sibTrans" cxnId="{BFE130B8-C865-4CCB-A919-C82B8655E3B6}">
      <dgm:prSet/>
      <dgm:spPr/>
      <dgm:t>
        <a:bodyPr/>
        <a:lstStyle/>
        <a:p>
          <a:endParaRPr lang="en-US"/>
        </a:p>
      </dgm:t>
    </dgm:pt>
    <dgm:pt modelId="{E1CB5E69-CC30-401F-8852-634BE32EC214}">
      <dgm:prSet/>
      <dgm:spPr/>
      <dgm:t>
        <a:bodyPr/>
        <a:lstStyle/>
        <a:p>
          <a:r>
            <a:rPr lang="en-US"/>
            <a:t>Finetune program to stay relevant to preferences</a:t>
          </a:r>
        </a:p>
      </dgm:t>
    </dgm:pt>
    <dgm:pt modelId="{6A334836-D9F7-420A-9474-7E8EED7158B5}" type="parTrans" cxnId="{8F8DEB0E-6C64-4F02-864A-2897B52F496A}">
      <dgm:prSet/>
      <dgm:spPr/>
      <dgm:t>
        <a:bodyPr/>
        <a:lstStyle/>
        <a:p>
          <a:endParaRPr lang="en-US"/>
        </a:p>
      </dgm:t>
    </dgm:pt>
    <dgm:pt modelId="{A0A08879-12D0-426C-8714-98AF81CEE69C}" type="sibTrans" cxnId="{8F8DEB0E-6C64-4F02-864A-2897B52F496A}">
      <dgm:prSet/>
      <dgm:spPr/>
      <dgm:t>
        <a:bodyPr/>
        <a:lstStyle/>
        <a:p>
          <a:endParaRPr lang="en-US"/>
        </a:p>
      </dgm:t>
    </dgm:pt>
    <dgm:pt modelId="{154F429B-BAF4-47D0-B4E2-9196328557D3}">
      <dgm:prSet/>
      <dgm:spPr/>
      <dgm:t>
        <a:bodyPr/>
        <a:lstStyle/>
        <a:p>
          <a:r>
            <a:rPr lang="en-US" dirty="0"/>
            <a:t>Possible Reward for completion of feedback (E.g. Loyalty points, small discount)</a:t>
          </a:r>
          <a:endParaRPr lang="LID4096" dirty="0"/>
        </a:p>
      </dgm:t>
    </dgm:pt>
    <dgm:pt modelId="{26452075-5D46-47B4-830E-B1671B69B29E}" type="sibTrans" cxnId="{03D18C7E-F43C-4901-BE90-102718D76C0B}">
      <dgm:prSet/>
      <dgm:spPr/>
      <dgm:t>
        <a:bodyPr/>
        <a:lstStyle/>
        <a:p>
          <a:endParaRPr lang="LID4096"/>
        </a:p>
      </dgm:t>
    </dgm:pt>
    <dgm:pt modelId="{BC47D09B-1E3D-487F-93E5-C8F6ECDF17DA}" type="parTrans" cxnId="{03D18C7E-F43C-4901-BE90-102718D76C0B}">
      <dgm:prSet/>
      <dgm:spPr/>
      <dgm:t>
        <a:bodyPr/>
        <a:lstStyle/>
        <a:p>
          <a:endParaRPr lang="LID4096"/>
        </a:p>
      </dgm:t>
    </dgm:pt>
    <dgm:pt modelId="{2704039E-EFE8-4D9B-879E-24CD170DEF95}" type="pres">
      <dgm:prSet presAssocID="{F1CFB19D-083B-41E6-B7DC-B5EC2FC4819A}" presName="linear" presStyleCnt="0">
        <dgm:presLayoutVars>
          <dgm:animLvl val="lvl"/>
          <dgm:resizeHandles val="exact"/>
        </dgm:presLayoutVars>
      </dgm:prSet>
      <dgm:spPr/>
    </dgm:pt>
    <dgm:pt modelId="{37480AB6-11F7-45C0-9683-0F8BC62C4CE2}" type="pres">
      <dgm:prSet presAssocID="{1599A2CD-FC83-46C3-BC08-8D95E6D0A1B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B1ED8D-5999-4EF7-911D-078C00661B3C}" type="pres">
      <dgm:prSet presAssocID="{BC8E6BDE-3AA2-4FF8-82DB-5E4716FAD9E6}" presName="spacer" presStyleCnt="0"/>
      <dgm:spPr/>
    </dgm:pt>
    <dgm:pt modelId="{707A6BB9-74BD-4D30-A5E3-6CA1D1C3FC49}" type="pres">
      <dgm:prSet presAssocID="{154F429B-BAF4-47D0-B4E2-9196328557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F625B7-169A-49D7-9B9B-AB284ED4CF6A}" type="pres">
      <dgm:prSet presAssocID="{26452075-5D46-47B4-830E-B1671B69B29E}" presName="spacer" presStyleCnt="0"/>
      <dgm:spPr/>
    </dgm:pt>
    <dgm:pt modelId="{847E9949-D63F-4686-BA5B-368D52BE6C5E}" type="pres">
      <dgm:prSet presAssocID="{875857E7-59FF-44D9-A5B0-152519A0EA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1D3150-1EDF-4662-8607-130CE0CA3525}" type="pres">
      <dgm:prSet presAssocID="{AD740467-C57F-4847-87F6-055EB7605D2C}" presName="spacer" presStyleCnt="0"/>
      <dgm:spPr/>
    </dgm:pt>
    <dgm:pt modelId="{BEC90A93-A9F9-4AFB-85F6-E028A3B4C101}" type="pres">
      <dgm:prSet presAssocID="{E1CB5E69-CC30-401F-8852-634BE32EC21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8DEB0E-6C64-4F02-864A-2897B52F496A}" srcId="{F1CFB19D-083B-41E6-B7DC-B5EC2FC4819A}" destId="{E1CB5E69-CC30-401F-8852-634BE32EC214}" srcOrd="3" destOrd="0" parTransId="{6A334836-D9F7-420A-9474-7E8EED7158B5}" sibTransId="{A0A08879-12D0-426C-8714-98AF81CEE69C}"/>
    <dgm:cxn modelId="{59D0DC62-3A79-4D88-8917-5EE948D1D2B2}" type="presOf" srcId="{875857E7-59FF-44D9-A5B0-152519A0EA4C}" destId="{847E9949-D63F-4686-BA5B-368D52BE6C5E}" srcOrd="0" destOrd="0" presId="urn:microsoft.com/office/officeart/2005/8/layout/vList2"/>
    <dgm:cxn modelId="{17060B44-3EAF-4A8A-A8CB-7A73B3573D32}" type="presOf" srcId="{1599A2CD-FC83-46C3-BC08-8D95E6D0A1B1}" destId="{37480AB6-11F7-45C0-9683-0F8BC62C4CE2}" srcOrd="0" destOrd="0" presId="urn:microsoft.com/office/officeart/2005/8/layout/vList2"/>
    <dgm:cxn modelId="{7797954A-A07B-465E-9084-14C33699D54F}" srcId="{F1CFB19D-083B-41E6-B7DC-B5EC2FC4819A}" destId="{1599A2CD-FC83-46C3-BC08-8D95E6D0A1B1}" srcOrd="0" destOrd="0" parTransId="{5F0F938C-F8C6-499A-8EBF-E495F78098D6}" sibTransId="{BC8E6BDE-3AA2-4FF8-82DB-5E4716FAD9E6}"/>
    <dgm:cxn modelId="{03D18C7E-F43C-4901-BE90-102718D76C0B}" srcId="{F1CFB19D-083B-41E6-B7DC-B5EC2FC4819A}" destId="{154F429B-BAF4-47D0-B4E2-9196328557D3}" srcOrd="1" destOrd="0" parTransId="{BC47D09B-1E3D-487F-93E5-C8F6ECDF17DA}" sibTransId="{26452075-5D46-47B4-830E-B1671B69B29E}"/>
    <dgm:cxn modelId="{8A78959E-46B6-4F69-A24E-42DFBBADBEEE}" type="presOf" srcId="{F1CFB19D-083B-41E6-B7DC-B5EC2FC4819A}" destId="{2704039E-EFE8-4D9B-879E-24CD170DEF95}" srcOrd="0" destOrd="0" presId="urn:microsoft.com/office/officeart/2005/8/layout/vList2"/>
    <dgm:cxn modelId="{BFE130B8-C865-4CCB-A919-C82B8655E3B6}" srcId="{F1CFB19D-083B-41E6-B7DC-B5EC2FC4819A}" destId="{875857E7-59FF-44D9-A5B0-152519A0EA4C}" srcOrd="2" destOrd="0" parTransId="{B5D3BE50-18EC-4EC6-9D6F-357B9C9FAB5D}" sibTransId="{AD740467-C57F-4847-87F6-055EB7605D2C}"/>
    <dgm:cxn modelId="{F28EB6CD-F63E-49F3-8657-F3AC7E475E45}" type="presOf" srcId="{154F429B-BAF4-47D0-B4E2-9196328557D3}" destId="{707A6BB9-74BD-4D30-A5E3-6CA1D1C3FC49}" srcOrd="0" destOrd="0" presId="urn:microsoft.com/office/officeart/2005/8/layout/vList2"/>
    <dgm:cxn modelId="{D00DDAE1-B5E8-49E9-A3C3-5CF615F5AA88}" type="presOf" srcId="{E1CB5E69-CC30-401F-8852-634BE32EC214}" destId="{BEC90A93-A9F9-4AFB-85F6-E028A3B4C101}" srcOrd="0" destOrd="0" presId="urn:microsoft.com/office/officeart/2005/8/layout/vList2"/>
    <dgm:cxn modelId="{DA388FB3-8BE0-47E2-81A9-CC7EEEEA343A}" type="presParOf" srcId="{2704039E-EFE8-4D9B-879E-24CD170DEF95}" destId="{37480AB6-11F7-45C0-9683-0F8BC62C4CE2}" srcOrd="0" destOrd="0" presId="urn:microsoft.com/office/officeart/2005/8/layout/vList2"/>
    <dgm:cxn modelId="{298DB8AD-69AE-485D-AACA-DFCD85A06D3D}" type="presParOf" srcId="{2704039E-EFE8-4D9B-879E-24CD170DEF95}" destId="{8EB1ED8D-5999-4EF7-911D-078C00661B3C}" srcOrd="1" destOrd="0" presId="urn:microsoft.com/office/officeart/2005/8/layout/vList2"/>
    <dgm:cxn modelId="{F7C19A56-17E1-495E-B438-BFF1E3E235D9}" type="presParOf" srcId="{2704039E-EFE8-4D9B-879E-24CD170DEF95}" destId="{707A6BB9-74BD-4D30-A5E3-6CA1D1C3FC49}" srcOrd="2" destOrd="0" presId="urn:microsoft.com/office/officeart/2005/8/layout/vList2"/>
    <dgm:cxn modelId="{89A56577-5732-493B-B324-0AE44853AFA2}" type="presParOf" srcId="{2704039E-EFE8-4D9B-879E-24CD170DEF95}" destId="{FAF625B7-169A-49D7-9B9B-AB284ED4CF6A}" srcOrd="3" destOrd="0" presId="urn:microsoft.com/office/officeart/2005/8/layout/vList2"/>
    <dgm:cxn modelId="{89137F5A-BCFC-4D18-ACB6-DEFFF72D62E4}" type="presParOf" srcId="{2704039E-EFE8-4D9B-879E-24CD170DEF95}" destId="{847E9949-D63F-4686-BA5B-368D52BE6C5E}" srcOrd="4" destOrd="0" presId="urn:microsoft.com/office/officeart/2005/8/layout/vList2"/>
    <dgm:cxn modelId="{90631251-E7DF-4FF2-9A7A-8BFC14AF9B98}" type="presParOf" srcId="{2704039E-EFE8-4D9B-879E-24CD170DEF95}" destId="{FA1D3150-1EDF-4662-8607-130CE0CA3525}" srcOrd="5" destOrd="0" presId="urn:microsoft.com/office/officeart/2005/8/layout/vList2"/>
    <dgm:cxn modelId="{3F89DE6C-BD1B-4C2B-8E5A-951A9F20114A}" type="presParOf" srcId="{2704039E-EFE8-4D9B-879E-24CD170DEF95}" destId="{BEC90A93-A9F9-4AFB-85F6-E028A3B4C1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1CFB19D-083B-41E6-B7DC-B5EC2FC4819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99A2CD-FC83-46C3-BC08-8D95E6D0A1B1}">
      <dgm:prSet/>
      <dgm:spPr/>
      <dgm:t>
        <a:bodyPr/>
        <a:lstStyle/>
        <a:p>
          <a:r>
            <a:rPr lang="en-US" dirty="0"/>
            <a:t>Lot of unknowns (seen in CLTV)</a:t>
          </a:r>
        </a:p>
      </dgm:t>
    </dgm:pt>
    <dgm:pt modelId="{5F0F938C-F8C6-499A-8EBF-E495F78098D6}" type="parTrans" cxnId="{7797954A-A07B-465E-9084-14C33699D54F}">
      <dgm:prSet/>
      <dgm:spPr/>
      <dgm:t>
        <a:bodyPr/>
        <a:lstStyle/>
        <a:p>
          <a:endParaRPr lang="en-US"/>
        </a:p>
      </dgm:t>
    </dgm:pt>
    <dgm:pt modelId="{BC8E6BDE-3AA2-4FF8-82DB-5E4716FAD9E6}" type="sibTrans" cxnId="{7797954A-A07B-465E-9084-14C33699D54F}">
      <dgm:prSet/>
      <dgm:spPr/>
      <dgm:t>
        <a:bodyPr/>
        <a:lstStyle/>
        <a:p>
          <a:endParaRPr lang="en-US"/>
        </a:p>
      </dgm:t>
    </dgm:pt>
    <dgm:pt modelId="{875857E7-59FF-44D9-A5B0-152519A0EA4C}">
      <dgm:prSet/>
      <dgm:spPr/>
      <dgm:t>
        <a:bodyPr/>
        <a:lstStyle/>
        <a:p>
          <a:r>
            <a:rPr lang="en-US"/>
            <a:t>Proactive approach</a:t>
          </a:r>
        </a:p>
      </dgm:t>
    </dgm:pt>
    <dgm:pt modelId="{B5D3BE50-18EC-4EC6-9D6F-357B9C9FAB5D}" type="parTrans" cxnId="{BFE130B8-C865-4CCB-A919-C82B8655E3B6}">
      <dgm:prSet/>
      <dgm:spPr/>
      <dgm:t>
        <a:bodyPr/>
        <a:lstStyle/>
        <a:p>
          <a:endParaRPr lang="en-US"/>
        </a:p>
      </dgm:t>
    </dgm:pt>
    <dgm:pt modelId="{AD740467-C57F-4847-87F6-055EB7605D2C}" type="sibTrans" cxnId="{BFE130B8-C865-4CCB-A919-C82B8655E3B6}">
      <dgm:prSet/>
      <dgm:spPr/>
      <dgm:t>
        <a:bodyPr/>
        <a:lstStyle/>
        <a:p>
          <a:endParaRPr lang="en-US"/>
        </a:p>
      </dgm:t>
    </dgm:pt>
    <dgm:pt modelId="{E1CB5E69-CC30-401F-8852-634BE32EC214}">
      <dgm:prSet/>
      <dgm:spPr/>
      <dgm:t>
        <a:bodyPr/>
        <a:lstStyle/>
        <a:p>
          <a:r>
            <a:rPr lang="en-US"/>
            <a:t>Finetune program to stay relevant to preferences</a:t>
          </a:r>
        </a:p>
      </dgm:t>
    </dgm:pt>
    <dgm:pt modelId="{6A334836-D9F7-420A-9474-7E8EED7158B5}" type="parTrans" cxnId="{8F8DEB0E-6C64-4F02-864A-2897B52F496A}">
      <dgm:prSet/>
      <dgm:spPr/>
      <dgm:t>
        <a:bodyPr/>
        <a:lstStyle/>
        <a:p>
          <a:endParaRPr lang="en-US"/>
        </a:p>
      </dgm:t>
    </dgm:pt>
    <dgm:pt modelId="{A0A08879-12D0-426C-8714-98AF81CEE69C}" type="sibTrans" cxnId="{8F8DEB0E-6C64-4F02-864A-2897B52F496A}">
      <dgm:prSet/>
      <dgm:spPr/>
      <dgm:t>
        <a:bodyPr/>
        <a:lstStyle/>
        <a:p>
          <a:endParaRPr lang="en-US"/>
        </a:p>
      </dgm:t>
    </dgm:pt>
    <dgm:pt modelId="{154F429B-BAF4-47D0-B4E2-9196328557D3}">
      <dgm:prSet/>
      <dgm:spPr/>
      <dgm:t>
        <a:bodyPr/>
        <a:lstStyle/>
        <a:p>
          <a:r>
            <a:rPr lang="en-US"/>
            <a:t>Possible Reward for completion of feedback (E.g. Loyalty points, small discount)</a:t>
          </a:r>
          <a:endParaRPr lang="LID4096"/>
        </a:p>
      </dgm:t>
    </dgm:pt>
    <dgm:pt modelId="{BC47D09B-1E3D-487F-93E5-C8F6ECDF17DA}" type="parTrans" cxnId="{03D18C7E-F43C-4901-BE90-102718D76C0B}">
      <dgm:prSet/>
      <dgm:spPr/>
      <dgm:t>
        <a:bodyPr/>
        <a:lstStyle/>
        <a:p>
          <a:endParaRPr lang="LID4096"/>
        </a:p>
      </dgm:t>
    </dgm:pt>
    <dgm:pt modelId="{26452075-5D46-47B4-830E-B1671B69B29E}" type="sibTrans" cxnId="{03D18C7E-F43C-4901-BE90-102718D76C0B}">
      <dgm:prSet/>
      <dgm:spPr/>
      <dgm:t>
        <a:bodyPr/>
        <a:lstStyle/>
        <a:p>
          <a:endParaRPr lang="LID4096"/>
        </a:p>
      </dgm:t>
    </dgm:pt>
    <dgm:pt modelId="{2704039E-EFE8-4D9B-879E-24CD170DEF95}" type="pres">
      <dgm:prSet presAssocID="{F1CFB19D-083B-41E6-B7DC-B5EC2FC4819A}" presName="linear" presStyleCnt="0">
        <dgm:presLayoutVars>
          <dgm:animLvl val="lvl"/>
          <dgm:resizeHandles val="exact"/>
        </dgm:presLayoutVars>
      </dgm:prSet>
      <dgm:spPr/>
    </dgm:pt>
    <dgm:pt modelId="{37480AB6-11F7-45C0-9683-0F8BC62C4CE2}" type="pres">
      <dgm:prSet presAssocID="{1599A2CD-FC83-46C3-BC08-8D95E6D0A1B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B1ED8D-5999-4EF7-911D-078C00661B3C}" type="pres">
      <dgm:prSet presAssocID="{BC8E6BDE-3AA2-4FF8-82DB-5E4716FAD9E6}" presName="spacer" presStyleCnt="0"/>
      <dgm:spPr/>
    </dgm:pt>
    <dgm:pt modelId="{707A6BB9-74BD-4D30-A5E3-6CA1D1C3FC49}" type="pres">
      <dgm:prSet presAssocID="{154F429B-BAF4-47D0-B4E2-9196328557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F625B7-169A-49D7-9B9B-AB284ED4CF6A}" type="pres">
      <dgm:prSet presAssocID="{26452075-5D46-47B4-830E-B1671B69B29E}" presName="spacer" presStyleCnt="0"/>
      <dgm:spPr/>
    </dgm:pt>
    <dgm:pt modelId="{847E9949-D63F-4686-BA5B-368D52BE6C5E}" type="pres">
      <dgm:prSet presAssocID="{875857E7-59FF-44D9-A5B0-152519A0EA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1D3150-1EDF-4662-8607-130CE0CA3525}" type="pres">
      <dgm:prSet presAssocID="{AD740467-C57F-4847-87F6-055EB7605D2C}" presName="spacer" presStyleCnt="0"/>
      <dgm:spPr/>
    </dgm:pt>
    <dgm:pt modelId="{BEC90A93-A9F9-4AFB-85F6-E028A3B4C101}" type="pres">
      <dgm:prSet presAssocID="{E1CB5E69-CC30-401F-8852-634BE32EC21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8DEB0E-6C64-4F02-864A-2897B52F496A}" srcId="{F1CFB19D-083B-41E6-B7DC-B5EC2FC4819A}" destId="{E1CB5E69-CC30-401F-8852-634BE32EC214}" srcOrd="3" destOrd="0" parTransId="{6A334836-D9F7-420A-9474-7E8EED7158B5}" sibTransId="{A0A08879-12D0-426C-8714-98AF81CEE69C}"/>
    <dgm:cxn modelId="{59D0DC62-3A79-4D88-8917-5EE948D1D2B2}" type="presOf" srcId="{875857E7-59FF-44D9-A5B0-152519A0EA4C}" destId="{847E9949-D63F-4686-BA5B-368D52BE6C5E}" srcOrd="0" destOrd="0" presId="urn:microsoft.com/office/officeart/2005/8/layout/vList2"/>
    <dgm:cxn modelId="{17060B44-3EAF-4A8A-A8CB-7A73B3573D32}" type="presOf" srcId="{1599A2CD-FC83-46C3-BC08-8D95E6D0A1B1}" destId="{37480AB6-11F7-45C0-9683-0F8BC62C4CE2}" srcOrd="0" destOrd="0" presId="urn:microsoft.com/office/officeart/2005/8/layout/vList2"/>
    <dgm:cxn modelId="{7797954A-A07B-465E-9084-14C33699D54F}" srcId="{F1CFB19D-083B-41E6-B7DC-B5EC2FC4819A}" destId="{1599A2CD-FC83-46C3-BC08-8D95E6D0A1B1}" srcOrd="0" destOrd="0" parTransId="{5F0F938C-F8C6-499A-8EBF-E495F78098D6}" sibTransId="{BC8E6BDE-3AA2-4FF8-82DB-5E4716FAD9E6}"/>
    <dgm:cxn modelId="{03D18C7E-F43C-4901-BE90-102718D76C0B}" srcId="{F1CFB19D-083B-41E6-B7DC-B5EC2FC4819A}" destId="{154F429B-BAF4-47D0-B4E2-9196328557D3}" srcOrd="1" destOrd="0" parTransId="{BC47D09B-1E3D-487F-93E5-C8F6ECDF17DA}" sibTransId="{26452075-5D46-47B4-830E-B1671B69B29E}"/>
    <dgm:cxn modelId="{8A78959E-46B6-4F69-A24E-42DFBBADBEEE}" type="presOf" srcId="{F1CFB19D-083B-41E6-B7DC-B5EC2FC4819A}" destId="{2704039E-EFE8-4D9B-879E-24CD170DEF95}" srcOrd="0" destOrd="0" presId="urn:microsoft.com/office/officeart/2005/8/layout/vList2"/>
    <dgm:cxn modelId="{BFE130B8-C865-4CCB-A919-C82B8655E3B6}" srcId="{F1CFB19D-083B-41E6-B7DC-B5EC2FC4819A}" destId="{875857E7-59FF-44D9-A5B0-152519A0EA4C}" srcOrd="2" destOrd="0" parTransId="{B5D3BE50-18EC-4EC6-9D6F-357B9C9FAB5D}" sibTransId="{AD740467-C57F-4847-87F6-055EB7605D2C}"/>
    <dgm:cxn modelId="{F28EB6CD-F63E-49F3-8657-F3AC7E475E45}" type="presOf" srcId="{154F429B-BAF4-47D0-B4E2-9196328557D3}" destId="{707A6BB9-74BD-4D30-A5E3-6CA1D1C3FC49}" srcOrd="0" destOrd="0" presId="urn:microsoft.com/office/officeart/2005/8/layout/vList2"/>
    <dgm:cxn modelId="{D00DDAE1-B5E8-49E9-A3C3-5CF615F5AA88}" type="presOf" srcId="{E1CB5E69-CC30-401F-8852-634BE32EC214}" destId="{BEC90A93-A9F9-4AFB-85F6-E028A3B4C101}" srcOrd="0" destOrd="0" presId="urn:microsoft.com/office/officeart/2005/8/layout/vList2"/>
    <dgm:cxn modelId="{DA388FB3-8BE0-47E2-81A9-CC7EEEEA343A}" type="presParOf" srcId="{2704039E-EFE8-4D9B-879E-24CD170DEF95}" destId="{37480AB6-11F7-45C0-9683-0F8BC62C4CE2}" srcOrd="0" destOrd="0" presId="urn:microsoft.com/office/officeart/2005/8/layout/vList2"/>
    <dgm:cxn modelId="{298DB8AD-69AE-485D-AACA-DFCD85A06D3D}" type="presParOf" srcId="{2704039E-EFE8-4D9B-879E-24CD170DEF95}" destId="{8EB1ED8D-5999-4EF7-911D-078C00661B3C}" srcOrd="1" destOrd="0" presId="urn:microsoft.com/office/officeart/2005/8/layout/vList2"/>
    <dgm:cxn modelId="{F7C19A56-17E1-495E-B438-BFF1E3E235D9}" type="presParOf" srcId="{2704039E-EFE8-4D9B-879E-24CD170DEF95}" destId="{707A6BB9-74BD-4D30-A5E3-6CA1D1C3FC49}" srcOrd="2" destOrd="0" presId="urn:microsoft.com/office/officeart/2005/8/layout/vList2"/>
    <dgm:cxn modelId="{89A56577-5732-493B-B324-0AE44853AFA2}" type="presParOf" srcId="{2704039E-EFE8-4D9B-879E-24CD170DEF95}" destId="{FAF625B7-169A-49D7-9B9B-AB284ED4CF6A}" srcOrd="3" destOrd="0" presId="urn:microsoft.com/office/officeart/2005/8/layout/vList2"/>
    <dgm:cxn modelId="{89137F5A-BCFC-4D18-ACB6-DEFFF72D62E4}" type="presParOf" srcId="{2704039E-EFE8-4D9B-879E-24CD170DEF95}" destId="{847E9949-D63F-4686-BA5B-368D52BE6C5E}" srcOrd="4" destOrd="0" presId="urn:microsoft.com/office/officeart/2005/8/layout/vList2"/>
    <dgm:cxn modelId="{90631251-E7DF-4FF2-9A7A-8BFC14AF9B98}" type="presParOf" srcId="{2704039E-EFE8-4D9B-879E-24CD170DEF95}" destId="{FA1D3150-1EDF-4662-8607-130CE0CA3525}" srcOrd="5" destOrd="0" presId="urn:microsoft.com/office/officeart/2005/8/layout/vList2"/>
    <dgm:cxn modelId="{3F89DE6C-BD1B-4C2B-8E5A-951A9F20114A}" type="presParOf" srcId="{2704039E-EFE8-4D9B-879E-24CD170DEF95}" destId="{BEC90A93-A9F9-4AFB-85F6-E028A3B4C1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4D5DD19-85A2-4096-A05E-9E0C05E56D6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0AB43C-53A4-4676-A10D-A570BC6FF17F}">
      <dgm:prSet/>
      <dgm:spPr/>
      <dgm:t>
        <a:bodyPr/>
        <a:lstStyle/>
        <a:p>
          <a:r>
            <a:rPr lang="en-US"/>
            <a:t>Strategies directed towards men</a:t>
          </a:r>
        </a:p>
      </dgm:t>
    </dgm:pt>
    <dgm:pt modelId="{E4B97B4E-843A-4CE4-964D-877563C17232}" type="parTrans" cxnId="{30DCC76F-78C5-4638-90C1-7908B51FDB95}">
      <dgm:prSet/>
      <dgm:spPr/>
      <dgm:t>
        <a:bodyPr/>
        <a:lstStyle/>
        <a:p>
          <a:endParaRPr lang="en-US"/>
        </a:p>
      </dgm:t>
    </dgm:pt>
    <dgm:pt modelId="{FC71558F-ED72-4D2B-A8F3-1C1B5106C847}" type="sibTrans" cxnId="{30DCC76F-78C5-4638-90C1-7908B51FDB95}">
      <dgm:prSet/>
      <dgm:spPr/>
      <dgm:t>
        <a:bodyPr/>
        <a:lstStyle/>
        <a:p>
          <a:endParaRPr lang="en-US"/>
        </a:p>
      </dgm:t>
    </dgm:pt>
    <dgm:pt modelId="{A3DB88CE-8258-4D17-855A-A87ECE44EF39}">
      <dgm:prSet/>
      <dgm:spPr/>
      <dgm:t>
        <a:bodyPr/>
        <a:lstStyle/>
        <a:p>
          <a:r>
            <a:rPr lang="en-US"/>
            <a:t>Retain female users</a:t>
          </a:r>
        </a:p>
      </dgm:t>
    </dgm:pt>
    <dgm:pt modelId="{FA7C171D-C481-4E95-B984-D17A817C5185}" type="parTrans" cxnId="{EA0DB4C1-24B9-41A9-A131-11872BE49BF5}">
      <dgm:prSet/>
      <dgm:spPr/>
      <dgm:t>
        <a:bodyPr/>
        <a:lstStyle/>
        <a:p>
          <a:endParaRPr lang="en-US"/>
        </a:p>
      </dgm:t>
    </dgm:pt>
    <dgm:pt modelId="{3840BE42-37E0-4746-94BD-EE7A25B49820}" type="sibTrans" cxnId="{EA0DB4C1-24B9-41A9-A131-11872BE49BF5}">
      <dgm:prSet/>
      <dgm:spPr/>
      <dgm:t>
        <a:bodyPr/>
        <a:lstStyle/>
        <a:p>
          <a:endParaRPr lang="en-US"/>
        </a:p>
      </dgm:t>
    </dgm:pt>
    <dgm:pt modelId="{BD915657-51E8-4145-A519-F1FFA53D8607}" type="pres">
      <dgm:prSet presAssocID="{84D5DD19-85A2-4096-A05E-9E0C05E56D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0C70CE-D247-4874-9C47-D4D188852496}" type="pres">
      <dgm:prSet presAssocID="{480AB43C-53A4-4676-A10D-A570BC6FF17F}" presName="hierRoot1" presStyleCnt="0"/>
      <dgm:spPr/>
    </dgm:pt>
    <dgm:pt modelId="{893429E5-B0A3-46EA-B151-C41ACD87B80D}" type="pres">
      <dgm:prSet presAssocID="{480AB43C-53A4-4676-A10D-A570BC6FF17F}" presName="composite" presStyleCnt="0"/>
      <dgm:spPr/>
    </dgm:pt>
    <dgm:pt modelId="{B55AD3FB-902C-4EEE-8293-7AE21A644CDB}" type="pres">
      <dgm:prSet presAssocID="{480AB43C-53A4-4676-A10D-A570BC6FF17F}" presName="background" presStyleLbl="node0" presStyleIdx="0" presStyleCnt="2"/>
      <dgm:spPr/>
    </dgm:pt>
    <dgm:pt modelId="{800FEE7F-A479-4129-8FD6-EABC6FEA38EE}" type="pres">
      <dgm:prSet presAssocID="{480AB43C-53A4-4676-A10D-A570BC6FF17F}" presName="text" presStyleLbl="fgAcc0" presStyleIdx="0" presStyleCnt="2">
        <dgm:presLayoutVars>
          <dgm:chPref val="3"/>
        </dgm:presLayoutVars>
      </dgm:prSet>
      <dgm:spPr/>
    </dgm:pt>
    <dgm:pt modelId="{0046FF69-7D00-424C-BC5E-642A987DBE32}" type="pres">
      <dgm:prSet presAssocID="{480AB43C-53A4-4676-A10D-A570BC6FF17F}" presName="hierChild2" presStyleCnt="0"/>
      <dgm:spPr/>
    </dgm:pt>
    <dgm:pt modelId="{5CE0E2CF-2AA4-4D33-8171-96E5F84AA22B}" type="pres">
      <dgm:prSet presAssocID="{A3DB88CE-8258-4D17-855A-A87ECE44EF39}" presName="hierRoot1" presStyleCnt="0"/>
      <dgm:spPr/>
    </dgm:pt>
    <dgm:pt modelId="{B54AD63E-EC42-465A-8E9A-D1D6574F6013}" type="pres">
      <dgm:prSet presAssocID="{A3DB88CE-8258-4D17-855A-A87ECE44EF39}" presName="composite" presStyleCnt="0"/>
      <dgm:spPr/>
    </dgm:pt>
    <dgm:pt modelId="{A593D1DB-779C-4598-B0A0-282AA9E3946E}" type="pres">
      <dgm:prSet presAssocID="{A3DB88CE-8258-4D17-855A-A87ECE44EF39}" presName="background" presStyleLbl="node0" presStyleIdx="1" presStyleCnt="2"/>
      <dgm:spPr/>
    </dgm:pt>
    <dgm:pt modelId="{75F41938-0F19-4129-B4AD-96E2B6C8A440}" type="pres">
      <dgm:prSet presAssocID="{A3DB88CE-8258-4D17-855A-A87ECE44EF39}" presName="text" presStyleLbl="fgAcc0" presStyleIdx="1" presStyleCnt="2">
        <dgm:presLayoutVars>
          <dgm:chPref val="3"/>
        </dgm:presLayoutVars>
      </dgm:prSet>
      <dgm:spPr/>
    </dgm:pt>
    <dgm:pt modelId="{219B6248-274A-4284-935A-34A570F15AF1}" type="pres">
      <dgm:prSet presAssocID="{A3DB88CE-8258-4D17-855A-A87ECE44EF39}" presName="hierChild2" presStyleCnt="0"/>
      <dgm:spPr/>
    </dgm:pt>
  </dgm:ptLst>
  <dgm:cxnLst>
    <dgm:cxn modelId="{00AD0220-6E91-47C6-A857-459C323BB4BA}" type="presOf" srcId="{84D5DD19-85A2-4096-A05E-9E0C05E56D6A}" destId="{BD915657-51E8-4145-A519-F1FFA53D8607}" srcOrd="0" destOrd="0" presId="urn:microsoft.com/office/officeart/2005/8/layout/hierarchy1"/>
    <dgm:cxn modelId="{30DCC76F-78C5-4638-90C1-7908B51FDB95}" srcId="{84D5DD19-85A2-4096-A05E-9E0C05E56D6A}" destId="{480AB43C-53A4-4676-A10D-A570BC6FF17F}" srcOrd="0" destOrd="0" parTransId="{E4B97B4E-843A-4CE4-964D-877563C17232}" sibTransId="{FC71558F-ED72-4D2B-A8F3-1C1B5106C847}"/>
    <dgm:cxn modelId="{DEEB427B-D29A-4372-95CD-4DC5521F02F1}" type="presOf" srcId="{480AB43C-53A4-4676-A10D-A570BC6FF17F}" destId="{800FEE7F-A479-4129-8FD6-EABC6FEA38EE}" srcOrd="0" destOrd="0" presId="urn:microsoft.com/office/officeart/2005/8/layout/hierarchy1"/>
    <dgm:cxn modelId="{BCC95691-0BC8-4C38-8F13-BF749D0F32F7}" type="presOf" srcId="{A3DB88CE-8258-4D17-855A-A87ECE44EF39}" destId="{75F41938-0F19-4129-B4AD-96E2B6C8A440}" srcOrd="0" destOrd="0" presId="urn:microsoft.com/office/officeart/2005/8/layout/hierarchy1"/>
    <dgm:cxn modelId="{EA0DB4C1-24B9-41A9-A131-11872BE49BF5}" srcId="{84D5DD19-85A2-4096-A05E-9E0C05E56D6A}" destId="{A3DB88CE-8258-4D17-855A-A87ECE44EF39}" srcOrd="1" destOrd="0" parTransId="{FA7C171D-C481-4E95-B984-D17A817C5185}" sibTransId="{3840BE42-37E0-4746-94BD-EE7A25B49820}"/>
    <dgm:cxn modelId="{EC51032D-0FE9-4BFB-8145-E6A5429D46FA}" type="presParOf" srcId="{BD915657-51E8-4145-A519-F1FFA53D8607}" destId="{560C70CE-D247-4874-9C47-D4D188852496}" srcOrd="0" destOrd="0" presId="urn:microsoft.com/office/officeart/2005/8/layout/hierarchy1"/>
    <dgm:cxn modelId="{39BEB009-156A-409F-A6A4-2905613D55A4}" type="presParOf" srcId="{560C70CE-D247-4874-9C47-D4D188852496}" destId="{893429E5-B0A3-46EA-B151-C41ACD87B80D}" srcOrd="0" destOrd="0" presId="urn:microsoft.com/office/officeart/2005/8/layout/hierarchy1"/>
    <dgm:cxn modelId="{E42245D2-671E-42C0-97E4-C7F5D007CDC7}" type="presParOf" srcId="{893429E5-B0A3-46EA-B151-C41ACD87B80D}" destId="{B55AD3FB-902C-4EEE-8293-7AE21A644CDB}" srcOrd="0" destOrd="0" presId="urn:microsoft.com/office/officeart/2005/8/layout/hierarchy1"/>
    <dgm:cxn modelId="{C9FA6987-2C04-4990-931A-D09BAC5D1D7D}" type="presParOf" srcId="{893429E5-B0A3-46EA-B151-C41ACD87B80D}" destId="{800FEE7F-A479-4129-8FD6-EABC6FEA38EE}" srcOrd="1" destOrd="0" presId="urn:microsoft.com/office/officeart/2005/8/layout/hierarchy1"/>
    <dgm:cxn modelId="{68006E3F-8494-4CE5-9147-8A4A95E37FFF}" type="presParOf" srcId="{560C70CE-D247-4874-9C47-D4D188852496}" destId="{0046FF69-7D00-424C-BC5E-642A987DBE32}" srcOrd="1" destOrd="0" presId="urn:microsoft.com/office/officeart/2005/8/layout/hierarchy1"/>
    <dgm:cxn modelId="{658CE55B-73E3-4CC1-BECB-91E49F712DED}" type="presParOf" srcId="{BD915657-51E8-4145-A519-F1FFA53D8607}" destId="{5CE0E2CF-2AA4-4D33-8171-96E5F84AA22B}" srcOrd="1" destOrd="0" presId="urn:microsoft.com/office/officeart/2005/8/layout/hierarchy1"/>
    <dgm:cxn modelId="{8941F420-40C5-4DCC-82B6-2A6B91260760}" type="presParOf" srcId="{5CE0E2CF-2AA4-4D33-8171-96E5F84AA22B}" destId="{B54AD63E-EC42-465A-8E9A-D1D6574F6013}" srcOrd="0" destOrd="0" presId="urn:microsoft.com/office/officeart/2005/8/layout/hierarchy1"/>
    <dgm:cxn modelId="{5E254804-2B6E-4AA2-9E3A-B7C54BE894C4}" type="presParOf" srcId="{B54AD63E-EC42-465A-8E9A-D1D6574F6013}" destId="{A593D1DB-779C-4598-B0A0-282AA9E3946E}" srcOrd="0" destOrd="0" presId="urn:microsoft.com/office/officeart/2005/8/layout/hierarchy1"/>
    <dgm:cxn modelId="{ED8A1BE5-128D-4073-B629-E31E36D069F8}" type="presParOf" srcId="{B54AD63E-EC42-465A-8E9A-D1D6574F6013}" destId="{75F41938-0F19-4129-B4AD-96E2B6C8A440}" srcOrd="1" destOrd="0" presId="urn:microsoft.com/office/officeart/2005/8/layout/hierarchy1"/>
    <dgm:cxn modelId="{E5E7BAE1-5EBE-42D8-AEFD-38C75737C6A5}" type="presParOf" srcId="{5CE0E2CF-2AA4-4D33-8171-96E5F84AA22B}" destId="{219B6248-274A-4284-935A-34A570F15A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51589-5AFD-4C38-981B-56FB934363C9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Free Hotel Meal</a:t>
          </a:r>
        </a:p>
      </dsp:txBody>
      <dsp:txXfrm>
        <a:off x="3405805" y="42725"/>
        <a:ext cx="3703990" cy="754434"/>
      </dsp:txXfrm>
    </dsp:sp>
    <dsp:sp modelId="{3DB66F8F-D7FB-4243-9B22-A189534F1969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Free Checked Bag</a:t>
          </a:r>
        </a:p>
      </dsp:txBody>
      <dsp:txXfrm>
        <a:off x="3405805" y="920588"/>
        <a:ext cx="3703990" cy="754434"/>
      </dsp:txXfrm>
    </dsp:sp>
    <dsp:sp modelId="{CA69E437-8AE5-4000-A4C5-F30AEF15AEAC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Free Cancellation</a:t>
          </a:r>
        </a:p>
      </dsp:txBody>
      <dsp:txXfrm>
        <a:off x="3405805" y="1798451"/>
        <a:ext cx="3703990" cy="754434"/>
      </dsp:txXfrm>
    </dsp:sp>
    <dsp:sp modelId="{F2CB20FE-FE14-4AB9-9985-26CC8694AB63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Exclusive Discounts</a:t>
          </a:r>
        </a:p>
      </dsp:txBody>
      <dsp:txXfrm>
        <a:off x="3405805" y="2676315"/>
        <a:ext cx="3703990" cy="754434"/>
      </dsp:txXfrm>
    </dsp:sp>
    <dsp:sp modelId="{66D7CD78-F67F-4BAC-8BC0-7CF131F04FBC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One Night Free Hotel with Flight</a:t>
          </a:r>
        </a:p>
      </dsp:txBody>
      <dsp:txXfrm>
        <a:off x="3405805" y="3554178"/>
        <a:ext cx="3703990" cy="7544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3FFF8-5D0E-45FD-8A44-584A6687AB3C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52052-4F21-4035-8FD4-0464782737AC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Identify and Segment customers based on data (booking behaviour)</a:t>
          </a:r>
        </a:p>
      </dsp:txBody>
      <dsp:txXfrm>
        <a:off x="585701" y="1066737"/>
        <a:ext cx="4337991" cy="2693452"/>
      </dsp:txXfrm>
    </dsp:sp>
    <dsp:sp modelId="{BC8F3D54-BF3B-42E3-A63C-5C57C7C76634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1DBA1-297F-4F3D-9E1E-83917A22C26E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Tailor provided perks to meet preferences of identified segments</a:t>
          </a:r>
        </a:p>
      </dsp:txBody>
      <dsp:txXfrm>
        <a:off x="6092527" y="1066737"/>
        <a:ext cx="4337991" cy="2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744CE-38D6-4D41-864C-A7BEB7E58CDC}">
      <dsp:nvSpPr>
        <dsp:cNvPr id="0" name=""/>
        <dsp:cNvSpPr/>
      </dsp:nvSpPr>
      <dsp:spPr>
        <a:xfrm>
          <a:off x="1925" y="1622419"/>
          <a:ext cx="2212999" cy="1106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RFM</a:t>
          </a:r>
          <a:endParaRPr lang="en-US" sz="3900" kern="1200" dirty="0"/>
        </a:p>
      </dsp:txBody>
      <dsp:txXfrm>
        <a:off x="34333" y="1654827"/>
        <a:ext cx="2148183" cy="1041683"/>
      </dsp:txXfrm>
    </dsp:sp>
    <dsp:sp modelId="{0BD75322-24DE-4A4D-8825-049246DA0F3E}">
      <dsp:nvSpPr>
        <dsp:cNvPr id="0" name=""/>
        <dsp:cNvSpPr/>
      </dsp:nvSpPr>
      <dsp:spPr>
        <a:xfrm>
          <a:off x="2768175" y="1622419"/>
          <a:ext cx="2212999" cy="1106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CLTV</a:t>
          </a:r>
        </a:p>
      </dsp:txBody>
      <dsp:txXfrm>
        <a:off x="2800583" y="1654827"/>
        <a:ext cx="2148183" cy="1041683"/>
      </dsp:txXfrm>
    </dsp:sp>
    <dsp:sp modelId="{C8DBEA51-F4ED-4C1D-BFCC-7BA5C2A8DEF3}">
      <dsp:nvSpPr>
        <dsp:cNvPr id="0" name=""/>
        <dsp:cNvSpPr/>
      </dsp:nvSpPr>
      <dsp:spPr>
        <a:xfrm>
          <a:off x="5534424" y="1622419"/>
          <a:ext cx="2212999" cy="1106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 err="1"/>
            <a:t>Kmeans</a:t>
          </a:r>
          <a:endParaRPr lang="en-US" sz="3900" kern="1200" dirty="0"/>
        </a:p>
      </dsp:txBody>
      <dsp:txXfrm>
        <a:off x="5566832" y="1654827"/>
        <a:ext cx="2148183" cy="1041683"/>
      </dsp:txXfrm>
    </dsp:sp>
    <dsp:sp modelId="{C71CE1C8-4BF2-4FC8-BADC-0F02C1D17BF5}">
      <dsp:nvSpPr>
        <dsp:cNvPr id="0" name=""/>
        <dsp:cNvSpPr/>
      </dsp:nvSpPr>
      <dsp:spPr>
        <a:xfrm>
          <a:off x="8300674" y="1622419"/>
          <a:ext cx="2212999" cy="1106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Heatmap</a:t>
          </a:r>
        </a:p>
      </dsp:txBody>
      <dsp:txXfrm>
        <a:off x="8333082" y="1654827"/>
        <a:ext cx="2148183" cy="10416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1FA2F-9682-4BA5-B78C-5D2DFDCFC3C2}">
      <dsp:nvSpPr>
        <dsp:cNvPr id="0" name=""/>
        <dsp:cNvSpPr/>
      </dsp:nvSpPr>
      <dsp:spPr>
        <a:xfrm>
          <a:off x="3372057" y="301"/>
          <a:ext cx="1571452" cy="785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Not Detailed enough to assign proper perks</a:t>
          </a:r>
        </a:p>
      </dsp:txBody>
      <dsp:txXfrm>
        <a:off x="3395070" y="23314"/>
        <a:ext cx="1525426" cy="739700"/>
      </dsp:txXfrm>
    </dsp:sp>
    <dsp:sp modelId="{155A9214-6D7F-40B2-A2ED-420A38226249}">
      <dsp:nvSpPr>
        <dsp:cNvPr id="0" name=""/>
        <dsp:cNvSpPr/>
      </dsp:nvSpPr>
      <dsp:spPr>
        <a:xfrm>
          <a:off x="3372057" y="903886"/>
          <a:ext cx="1571452" cy="785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Too Many Groups</a:t>
          </a:r>
        </a:p>
      </dsp:txBody>
      <dsp:txXfrm>
        <a:off x="3395070" y="926899"/>
        <a:ext cx="1525426" cy="739700"/>
      </dsp:txXfrm>
    </dsp:sp>
    <dsp:sp modelId="{16FF350A-09DD-43E9-99ED-E02383EA269E}">
      <dsp:nvSpPr>
        <dsp:cNvPr id="0" name=""/>
        <dsp:cNvSpPr/>
      </dsp:nvSpPr>
      <dsp:spPr>
        <a:xfrm>
          <a:off x="3372057" y="1807471"/>
          <a:ext cx="1571452" cy="785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Other conclusions can be drawn</a:t>
          </a:r>
        </a:p>
      </dsp:txBody>
      <dsp:txXfrm>
        <a:off x="3395070" y="1830484"/>
        <a:ext cx="1525426" cy="739700"/>
      </dsp:txXfrm>
    </dsp:sp>
    <dsp:sp modelId="{935741A1-AB20-4FC9-8727-760058FCE20E}">
      <dsp:nvSpPr>
        <dsp:cNvPr id="0" name=""/>
        <dsp:cNvSpPr/>
      </dsp:nvSpPr>
      <dsp:spPr>
        <a:xfrm rot="17692822">
          <a:off x="4510778" y="1504737"/>
          <a:ext cx="149404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494042" y="179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0448" y="1485294"/>
        <a:ext cx="74702" cy="74702"/>
      </dsp:txXfrm>
    </dsp:sp>
    <dsp:sp modelId="{63849802-B4A7-437B-9CD4-341D95E48E3E}">
      <dsp:nvSpPr>
        <dsp:cNvPr id="0" name=""/>
        <dsp:cNvSpPr/>
      </dsp:nvSpPr>
      <dsp:spPr>
        <a:xfrm>
          <a:off x="5572090" y="452093"/>
          <a:ext cx="1571452" cy="7857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Many Unknowns</a:t>
          </a:r>
        </a:p>
      </dsp:txBody>
      <dsp:txXfrm>
        <a:off x="5595103" y="475106"/>
        <a:ext cx="1525426" cy="739700"/>
      </dsp:txXfrm>
    </dsp:sp>
    <dsp:sp modelId="{06E31892-0486-4930-BD57-47BFA2A3D8EB}">
      <dsp:nvSpPr>
        <dsp:cNvPr id="0" name=""/>
        <dsp:cNvSpPr/>
      </dsp:nvSpPr>
      <dsp:spPr>
        <a:xfrm rot="19457599">
          <a:off x="4870750" y="1956530"/>
          <a:ext cx="77409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74099" y="179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8447" y="1955085"/>
        <a:ext cx="38704" cy="38704"/>
      </dsp:txXfrm>
    </dsp:sp>
    <dsp:sp modelId="{FBCAAF34-D87F-4DDA-BAF1-C09F058EBBBC}">
      <dsp:nvSpPr>
        <dsp:cNvPr id="0" name=""/>
        <dsp:cNvSpPr/>
      </dsp:nvSpPr>
      <dsp:spPr>
        <a:xfrm>
          <a:off x="5572090" y="1355678"/>
          <a:ext cx="1571452" cy="7857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Many Lost &amp; Need attention</a:t>
          </a:r>
        </a:p>
      </dsp:txBody>
      <dsp:txXfrm>
        <a:off x="5595103" y="1378691"/>
        <a:ext cx="1525426" cy="739700"/>
      </dsp:txXfrm>
    </dsp:sp>
    <dsp:sp modelId="{BBA31EEC-4854-46A5-9038-2C47F5CC8A13}">
      <dsp:nvSpPr>
        <dsp:cNvPr id="0" name=""/>
        <dsp:cNvSpPr/>
      </dsp:nvSpPr>
      <dsp:spPr>
        <a:xfrm rot="2142401">
          <a:off x="4870750" y="2408322"/>
          <a:ext cx="77409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74099" y="179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8447" y="2406877"/>
        <a:ext cx="38704" cy="38704"/>
      </dsp:txXfrm>
    </dsp:sp>
    <dsp:sp modelId="{2C69ACA1-5E8C-40CA-8BC9-EF0174C33401}">
      <dsp:nvSpPr>
        <dsp:cNvPr id="0" name=""/>
        <dsp:cNvSpPr/>
      </dsp:nvSpPr>
      <dsp:spPr>
        <a:xfrm>
          <a:off x="5572090" y="2259263"/>
          <a:ext cx="1571452" cy="7857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Also Many High Potential &amp; Loyal Customers</a:t>
          </a:r>
        </a:p>
      </dsp:txBody>
      <dsp:txXfrm>
        <a:off x="5595103" y="2282276"/>
        <a:ext cx="1525426" cy="739700"/>
      </dsp:txXfrm>
    </dsp:sp>
    <dsp:sp modelId="{F2CB78E3-A164-44EE-8A3A-7C26B4840C53}">
      <dsp:nvSpPr>
        <dsp:cNvPr id="0" name=""/>
        <dsp:cNvSpPr/>
      </dsp:nvSpPr>
      <dsp:spPr>
        <a:xfrm rot="3907178">
          <a:off x="4510778" y="2860115"/>
          <a:ext cx="149404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494042" y="179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0448" y="2840671"/>
        <a:ext cx="74702" cy="74702"/>
      </dsp:txXfrm>
    </dsp:sp>
    <dsp:sp modelId="{1CB44855-A11E-4BF8-8331-B5A5F283904F}">
      <dsp:nvSpPr>
        <dsp:cNvPr id="0" name=""/>
        <dsp:cNvSpPr/>
      </dsp:nvSpPr>
      <dsp:spPr>
        <a:xfrm>
          <a:off x="5572090" y="3162848"/>
          <a:ext cx="1571452" cy="7857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Mostly relatively new signups</a:t>
          </a:r>
        </a:p>
      </dsp:txBody>
      <dsp:txXfrm>
        <a:off x="5595103" y="3185861"/>
        <a:ext cx="1525426" cy="7397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2BA22-773E-4EEF-9DEA-23E7ECA1C113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D392-9A5F-41B9-ACB9-59A3C09ACF55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Optimal Clusters/Segments = 3</a:t>
          </a:r>
        </a:p>
      </dsp:txBody>
      <dsp:txXfrm>
        <a:off x="367926" y="1193385"/>
        <a:ext cx="4597613" cy="639310"/>
      </dsp:txXfrm>
    </dsp:sp>
    <dsp:sp modelId="{3D295EF6-9E94-4111-93D6-7A9F4AF180F9}">
      <dsp:nvSpPr>
        <dsp:cNvPr id="0" name=""/>
        <dsp:cNvSpPr/>
      </dsp:nvSpPr>
      <dsp:spPr>
        <a:xfrm>
          <a:off x="0" y="260167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8CC51-8E6C-49E4-AB00-7CC191DCC7C5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Interesting Insights</a:t>
          </a:r>
        </a:p>
      </dsp:txBody>
      <dsp:txXfrm>
        <a:off x="367926" y="2282025"/>
        <a:ext cx="4597613" cy="639310"/>
      </dsp:txXfrm>
    </dsp:sp>
    <dsp:sp modelId="{0F009D41-0F9A-467C-98FF-C55C5BDDED71}">
      <dsp:nvSpPr>
        <dsp:cNvPr id="0" name=""/>
        <dsp:cNvSpPr/>
      </dsp:nvSpPr>
      <dsp:spPr>
        <a:xfrm>
          <a:off x="0" y="369032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1B88C-ADD0-4E31-825C-9041C74E6090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Requires more depth</a:t>
          </a:r>
        </a:p>
      </dsp:txBody>
      <dsp:txXfrm>
        <a:off x="367926" y="3370665"/>
        <a:ext cx="4597613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A0B1D-D5C4-4680-A462-B3FC16A5AC13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DB68F-C49B-461B-8B8C-2BA0E6FECD0B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C5F12-5C3A-4E6F-9C07-A52A3293C285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5 Clusters </a:t>
          </a:r>
        </a:p>
      </dsp:txBody>
      <dsp:txXfrm>
        <a:off x="1548914" y="3176402"/>
        <a:ext cx="3600000" cy="720000"/>
      </dsp:txXfrm>
    </dsp:sp>
    <dsp:sp modelId="{76C2BAAC-5C25-458A-96FA-0915549D7305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2C60B-2DE0-4A82-B2DD-6959FC3E76AA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32DFF-03E2-45DD-B718-09ACF2A8CF1C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5 Perks</a:t>
          </a:r>
        </a:p>
      </dsp:txBody>
      <dsp:txXfrm>
        <a:off x="5778914" y="3176402"/>
        <a:ext cx="36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817F3-A5C9-41FA-BECC-0689EBD75C91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Proportion of Cancellations</a:t>
          </a:r>
        </a:p>
      </dsp:txBody>
      <dsp:txXfrm>
        <a:off x="0" y="39687"/>
        <a:ext cx="3286125" cy="1971675"/>
      </dsp:txXfrm>
    </dsp:sp>
    <dsp:sp modelId="{A802012D-8D73-4654-9022-DBE0D4ED7F0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Percentage of Checked Bags</a:t>
          </a:r>
        </a:p>
      </dsp:txBody>
      <dsp:txXfrm>
        <a:off x="3614737" y="39687"/>
        <a:ext cx="3286125" cy="1971675"/>
      </dsp:txXfrm>
    </dsp:sp>
    <dsp:sp modelId="{981AC458-7204-456E-89C9-2B3CB4868E87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Length of Trip</a:t>
          </a:r>
        </a:p>
      </dsp:txBody>
      <dsp:txXfrm>
        <a:off x="7229475" y="39687"/>
        <a:ext cx="3286125" cy="1971675"/>
      </dsp:txXfrm>
    </dsp:sp>
    <dsp:sp modelId="{7D418E9E-8AAB-473A-BAB9-7A0D8262186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Hotel Booking Frequency</a:t>
          </a:r>
        </a:p>
      </dsp:txBody>
      <dsp:txXfrm>
        <a:off x="1807368" y="2339975"/>
        <a:ext cx="3286125" cy="1971675"/>
      </dsp:txXfrm>
    </dsp:sp>
    <dsp:sp modelId="{5A54EC0B-AAEC-4A9D-9F26-9EA176C83F47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Average Dollars Saved</a:t>
          </a:r>
        </a:p>
      </dsp:txBody>
      <dsp:txXfrm>
        <a:off x="5422106" y="2339975"/>
        <a:ext cx="3286125" cy="19716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817F3-A5C9-41FA-BECC-0689EBD75C91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Free Hotel Meal</a:t>
          </a:r>
        </a:p>
      </dsp:txBody>
      <dsp:txXfrm>
        <a:off x="0" y="39687"/>
        <a:ext cx="3286125" cy="1971675"/>
      </dsp:txXfrm>
    </dsp:sp>
    <dsp:sp modelId="{A802012D-8D73-4654-9022-DBE0D4ED7F0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Free Cancellation</a:t>
          </a:r>
        </a:p>
      </dsp:txBody>
      <dsp:txXfrm>
        <a:off x="3614737" y="39687"/>
        <a:ext cx="3286125" cy="1971675"/>
      </dsp:txXfrm>
    </dsp:sp>
    <dsp:sp modelId="{981AC458-7204-456E-89C9-2B3CB4868E87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Exclusive Discounts</a:t>
          </a:r>
        </a:p>
      </dsp:txBody>
      <dsp:txXfrm>
        <a:off x="7229475" y="39687"/>
        <a:ext cx="3286125" cy="1971675"/>
      </dsp:txXfrm>
    </dsp:sp>
    <dsp:sp modelId="{7D418E9E-8AAB-473A-BAB9-7A0D8262186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One Night Free Hotel with Flight</a:t>
          </a:r>
        </a:p>
      </dsp:txBody>
      <dsp:txXfrm>
        <a:off x="1807368" y="2339975"/>
        <a:ext cx="3286125" cy="1971675"/>
      </dsp:txXfrm>
    </dsp:sp>
    <dsp:sp modelId="{5A54EC0B-AAEC-4A9D-9F26-9EA176C83F47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Free Checked Bag</a:t>
          </a:r>
        </a:p>
      </dsp:txBody>
      <dsp:txXfrm>
        <a:off x="5422106" y="2339975"/>
        <a:ext cx="3286125" cy="19716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E56B1-6554-41B1-BFD9-7BECA4FC4C8E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B4FC5-0647-4A0B-A4D4-27B0B6899761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Simplify Rewards Program</a:t>
          </a:r>
        </a:p>
      </dsp:txBody>
      <dsp:txXfrm>
        <a:off x="100682" y="2427484"/>
        <a:ext cx="2370489" cy="720000"/>
      </dsp:txXfrm>
    </dsp:sp>
    <dsp:sp modelId="{7DD8CDBD-60AC-4174-95E6-24C9F9CDA8AB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D9048-273C-4B27-97DE-B094D607EB76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Enhance Coherence</a:t>
          </a:r>
          <a:endParaRPr lang="LID4096" sz="2200" kern="1200" dirty="0"/>
        </a:p>
      </dsp:txBody>
      <dsp:txXfrm>
        <a:off x="2886007" y="2427484"/>
        <a:ext cx="2370489" cy="720000"/>
      </dsp:txXfrm>
    </dsp:sp>
    <dsp:sp modelId="{22A3E22B-C3A8-4FAA-AF2A-DA371B64D237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73083-ABC4-446A-B0A1-FBE223918022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 Redundancy</a:t>
          </a:r>
        </a:p>
      </dsp:txBody>
      <dsp:txXfrm>
        <a:off x="5671332" y="2427484"/>
        <a:ext cx="2370489" cy="720000"/>
      </dsp:txXfrm>
    </dsp:sp>
    <dsp:sp modelId="{D4DB7AFC-6932-4B4F-9A24-4385D8670D14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3334A-32B5-4875-A647-1259F956B152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Aligns with Optimal Clusters (3)</a:t>
          </a:r>
        </a:p>
      </dsp:txBody>
      <dsp:txXfrm>
        <a:off x="8456657" y="2427484"/>
        <a:ext cx="2370489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9DEA5-FB58-4B66-A63A-048C0F36B094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0B62C-6149-4A0C-801F-16F9CBABC522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AC33A-86A2-425C-8868-3795D5B56D0A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accent2"/>
              </a:solidFill>
            </a:rPr>
            <a:t>One Night Free Hotel With Flight </a:t>
          </a:r>
        </a:p>
      </dsp:txBody>
      <dsp:txXfrm>
        <a:off x="1548914" y="3176402"/>
        <a:ext cx="3600000" cy="720000"/>
      </dsp:txXfrm>
    </dsp:sp>
    <dsp:sp modelId="{CCA0059D-92FF-4BBD-BA91-DC0D00FF8EB8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F1D56-0895-4109-8795-FFD9575DC5FA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53ED5-1E84-436B-8956-AF136B3B1B5C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accent3"/>
              </a:solidFill>
            </a:rPr>
            <a:t>Free Hotel Meal</a:t>
          </a:r>
        </a:p>
      </dsp:txBody>
      <dsp:txXfrm>
        <a:off x="5778914" y="3176402"/>
        <a:ext cx="36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9AD2E-71AA-437E-8192-F8D3BC1F0088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DA3C3-EBC4-48D5-88E4-6AE5E1337057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9147A-78E2-4108-AE9F-6497936B8FD8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solidFill>
                <a:schemeClr val="accent2"/>
              </a:solidFill>
            </a:rPr>
            <a:t>Free Checked Bag</a:t>
          </a:r>
          <a:endParaRPr lang="LID4096" sz="2800" kern="1200" dirty="0">
            <a:solidFill>
              <a:schemeClr val="accent2"/>
            </a:solidFill>
          </a:endParaRPr>
        </a:p>
      </dsp:txBody>
      <dsp:txXfrm>
        <a:off x="1548914" y="3176402"/>
        <a:ext cx="3600000" cy="720000"/>
      </dsp:txXfrm>
    </dsp:sp>
    <dsp:sp modelId="{44644BAE-4B3D-4F1D-B5A9-82F33DF9BBC3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CA989-1322-4B43-B100-EB617A1612AF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05EA1-CCE6-4A66-A14A-7DB9A85485B0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solidFill>
                <a:schemeClr val="accent3"/>
              </a:solidFill>
            </a:rPr>
            <a:t>Free Cancellations</a:t>
          </a:r>
          <a:endParaRPr lang="LID4096" sz="2800" kern="1200" dirty="0">
            <a:solidFill>
              <a:schemeClr val="accent3"/>
            </a:solidFill>
          </a:endParaRPr>
        </a:p>
      </dsp:txBody>
      <dsp:txXfrm>
        <a:off x="5778914" y="3176402"/>
        <a:ext cx="36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B29CD-B6AB-4D69-80A8-EC75D76DF763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Varying perks for different stages of engagement </a:t>
          </a:r>
        </a:p>
      </dsp:txBody>
      <dsp:txXfrm>
        <a:off x="83502" y="120811"/>
        <a:ext cx="6499829" cy="1543536"/>
      </dsp:txXfrm>
    </dsp:sp>
    <dsp:sp modelId="{430B2539-AF68-4E13-B05D-8D9BD7025503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Promote Loyalty</a:t>
          </a:r>
        </a:p>
      </dsp:txBody>
      <dsp:txXfrm>
        <a:off x="83502" y="1955191"/>
        <a:ext cx="6499829" cy="1543536"/>
      </dsp:txXfrm>
    </dsp:sp>
    <dsp:sp modelId="{C039F573-BC8C-4325-9DD3-A7331842305A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Can be applied based on RFM findings</a:t>
          </a:r>
        </a:p>
      </dsp:txBody>
      <dsp:txXfrm>
        <a:off x="83502" y="3789571"/>
        <a:ext cx="6499829" cy="15435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80AB6-11F7-45C0-9683-0F8BC62C4CE2}">
      <dsp:nvSpPr>
        <dsp:cNvPr id="0" name=""/>
        <dsp:cNvSpPr/>
      </dsp:nvSpPr>
      <dsp:spPr>
        <a:xfrm>
          <a:off x="0" y="538474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Lot of unknowns (seen in CLTV)</a:t>
          </a:r>
        </a:p>
      </dsp:txBody>
      <dsp:txXfrm>
        <a:off x="50675" y="589149"/>
        <a:ext cx="6565483" cy="936732"/>
      </dsp:txXfrm>
    </dsp:sp>
    <dsp:sp modelId="{707A6BB9-74BD-4D30-A5E3-6CA1D1C3FC49}">
      <dsp:nvSpPr>
        <dsp:cNvPr id="0" name=""/>
        <dsp:cNvSpPr/>
      </dsp:nvSpPr>
      <dsp:spPr>
        <a:xfrm>
          <a:off x="0" y="1651437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Possible Reward for completion of feedback (E.g. Loyalty points, small discount)</a:t>
          </a:r>
          <a:endParaRPr lang="LID4096" sz="2600" kern="1200" dirty="0"/>
        </a:p>
      </dsp:txBody>
      <dsp:txXfrm>
        <a:off x="50675" y="1702112"/>
        <a:ext cx="6565483" cy="936732"/>
      </dsp:txXfrm>
    </dsp:sp>
    <dsp:sp modelId="{847E9949-D63F-4686-BA5B-368D52BE6C5E}">
      <dsp:nvSpPr>
        <dsp:cNvPr id="0" name=""/>
        <dsp:cNvSpPr/>
      </dsp:nvSpPr>
      <dsp:spPr>
        <a:xfrm>
          <a:off x="0" y="2764400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Proactive approach</a:t>
          </a:r>
        </a:p>
      </dsp:txBody>
      <dsp:txXfrm>
        <a:off x="50675" y="2815075"/>
        <a:ext cx="6565483" cy="936732"/>
      </dsp:txXfrm>
    </dsp:sp>
    <dsp:sp modelId="{BEC90A93-A9F9-4AFB-85F6-E028A3B4C101}">
      <dsp:nvSpPr>
        <dsp:cNvPr id="0" name=""/>
        <dsp:cNvSpPr/>
      </dsp:nvSpPr>
      <dsp:spPr>
        <a:xfrm>
          <a:off x="0" y="3877362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Finetune program to stay relevant to preferences</a:t>
          </a:r>
        </a:p>
      </dsp:txBody>
      <dsp:txXfrm>
        <a:off x="50675" y="3928037"/>
        <a:ext cx="6565483" cy="9367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80AB6-11F7-45C0-9683-0F8BC62C4CE2}">
      <dsp:nvSpPr>
        <dsp:cNvPr id="0" name=""/>
        <dsp:cNvSpPr/>
      </dsp:nvSpPr>
      <dsp:spPr>
        <a:xfrm>
          <a:off x="0" y="538474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Lot of unknowns (seen in CLTV)</a:t>
          </a:r>
        </a:p>
      </dsp:txBody>
      <dsp:txXfrm>
        <a:off x="50675" y="589149"/>
        <a:ext cx="6565483" cy="936732"/>
      </dsp:txXfrm>
    </dsp:sp>
    <dsp:sp modelId="{707A6BB9-74BD-4D30-A5E3-6CA1D1C3FC49}">
      <dsp:nvSpPr>
        <dsp:cNvPr id="0" name=""/>
        <dsp:cNvSpPr/>
      </dsp:nvSpPr>
      <dsp:spPr>
        <a:xfrm>
          <a:off x="0" y="1651437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Possible Reward for completion of feedback (E.g. Loyalty points, small discount)</a:t>
          </a:r>
          <a:endParaRPr lang="LID4096" sz="2600" kern="1200"/>
        </a:p>
      </dsp:txBody>
      <dsp:txXfrm>
        <a:off x="50675" y="1702112"/>
        <a:ext cx="6565483" cy="936732"/>
      </dsp:txXfrm>
    </dsp:sp>
    <dsp:sp modelId="{847E9949-D63F-4686-BA5B-368D52BE6C5E}">
      <dsp:nvSpPr>
        <dsp:cNvPr id="0" name=""/>
        <dsp:cNvSpPr/>
      </dsp:nvSpPr>
      <dsp:spPr>
        <a:xfrm>
          <a:off x="0" y="2764400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Proactive approach</a:t>
          </a:r>
        </a:p>
      </dsp:txBody>
      <dsp:txXfrm>
        <a:off x="50675" y="2815075"/>
        <a:ext cx="6565483" cy="936732"/>
      </dsp:txXfrm>
    </dsp:sp>
    <dsp:sp modelId="{BEC90A93-A9F9-4AFB-85F6-E028A3B4C101}">
      <dsp:nvSpPr>
        <dsp:cNvPr id="0" name=""/>
        <dsp:cNvSpPr/>
      </dsp:nvSpPr>
      <dsp:spPr>
        <a:xfrm>
          <a:off x="0" y="3877362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Finetune program to stay relevant to preferences</a:t>
          </a:r>
        </a:p>
      </dsp:txBody>
      <dsp:txXfrm>
        <a:off x="50675" y="3928037"/>
        <a:ext cx="6565483" cy="9367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AD3FB-902C-4EEE-8293-7AE21A644CD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FEE7F-A479-4129-8FD6-EABC6FEA38EE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Strategies directed towards men</a:t>
          </a:r>
        </a:p>
      </dsp:txBody>
      <dsp:txXfrm>
        <a:off x="608661" y="692298"/>
        <a:ext cx="4508047" cy="2799040"/>
      </dsp:txXfrm>
    </dsp:sp>
    <dsp:sp modelId="{A593D1DB-779C-4598-B0A0-282AA9E3946E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41938-0F19-4129-B4AD-96E2B6C8A440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Retain female users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8E8B0-6FC4-493C-A8A7-6F5756A5664C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01689-573B-4541-99A1-58924747B3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286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327E-249F-3AC6-A867-CB85EA0DD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56492-120D-E6CB-CB73-2E03F3845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3BB09-F9BD-4AC3-5129-92A8D350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F7C77-0F62-B740-FEEE-4222983E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B9E29-D42E-3F11-4559-4E395003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494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B43B-C546-D6D7-67A6-EE3290F7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2A5A-D9AB-6DF4-D430-5B9A7D7A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8F29D-7404-23AA-4164-811DADCB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87486-783F-1821-8735-E097298D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885C8-6FB4-96C9-D8F1-3B8F75E9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515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76A6-EA5E-64BD-1F8E-BFE2A03E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D50CB-6423-5853-591E-80EF6FB1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F0379-565B-6B8C-2DA2-7B52775F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F7786-2991-759F-DA58-9EB56224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9826-99E0-0042-D19B-3CA2D5AD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75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A64F-988D-DED5-95BB-F197AD6C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B21AA-54D2-181E-20DD-919D44414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480DD-818D-F073-5C55-B98B91980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45A08-36BE-653E-C171-40230A60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2D429-0999-71D1-3195-3D4359BE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D7A4-A9FB-F93D-7274-66E45D38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336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4D32-297A-4EF9-228C-E334B179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F464-3074-4EA7-8012-C17E17C74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DD9F-AD19-7FFB-342B-64F77890C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565BE-B8EB-4CBD-3691-AFBCF7E71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5242C-E028-D075-6E32-E377CDFFF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A78B8-2521-C46F-7D66-885D988B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7EC47-1821-7A80-5234-8E121528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A2407-0FD8-8AA2-7DE0-FC82F614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879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C27A-365C-6FA8-E585-C9E2B5C7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F2B76-E079-5CF8-405F-7A98764C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00DB2-2F1C-AFD6-4D49-6DE83842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C2213-CE6F-9DFC-7737-2D241206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30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0A3300-BE3F-2B9E-355A-F5BA627F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E71CF-C090-14D8-81F1-B55DBC18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8D1E8-CF76-190C-C190-A3A49A88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912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58A-2795-ECFB-9A78-4A23156A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0F4BD-C3D4-114C-368D-5ACFEF49F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8CDE5-8671-914E-D93D-B4088D98F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1C2FA-821A-B841-872E-F7682BDA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1F8D3-873D-522D-17EF-503ADE92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0B5B3-1892-7B36-6FD3-FCA2AA1B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56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2942-8824-9898-3FFE-0CA95069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86D50-B655-18B8-5071-5EDEF731C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99FE7-FB44-E45B-20EC-182117235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3F8B9-6264-A9CA-23C2-C2AAB1BA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799A6-F2C4-2A64-A97B-B191D72C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26396-E9EF-6F97-F9EA-FEF79FFD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557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1B75-53E9-4866-4B7F-28EE7B7C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8BABA-D11B-29D9-EDD2-01776E467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7FE89-BF8D-7DC2-C612-7E778E73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B63B-FBE0-6A94-BD46-D255AD15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18652-8B00-81EC-3BB0-60A18270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794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1DA05A-C944-EFBD-A686-0D81810B3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47965-869C-A743-B0FF-8E36A8995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99CE-8316-9A0E-4794-9CB56C50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016DB-B1BA-EDA3-C60A-920FCE49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104A4-6DB3-18AB-2509-7F0721EA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10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09C33-7969-4164-08A4-282B1422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B832C-160D-D65F-6DA9-DB2E1DE42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2351F-D6ED-79FE-3956-296D03C70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15663-8384-4530-8186-777A541296C3}" type="datetimeFigureOut">
              <a:rPr lang="LID4096" smtClean="0"/>
              <a:t>01/09/2026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2DDA5-067C-F999-F8BF-63E6EF7F7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6176-23E7-C403-D94F-45F592FD7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ED917-B935-4AA2-931C-17605B9571B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152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9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3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12BAC-0A9F-8CDC-89C0-5C3A32DC6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TravelTide: Customer Insight</a:t>
            </a:r>
            <a:endParaRPr lang="LID4096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33BE6-638E-0BDF-2A93-9DBB450F3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L.G.</a:t>
            </a: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1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8AD4C-C30A-ECDE-CBD8-85B7DDC8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9B47-08BE-E39F-6155-39B2604E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TravelTide’s</a:t>
            </a:r>
            <a:r>
              <a:rPr lang="en-US" sz="2000" dirty="0"/>
              <a:t> marketing team wants to develop a rewards program tailored to the users</a:t>
            </a:r>
          </a:p>
          <a:p>
            <a:pPr marL="0" indent="0">
              <a:buNone/>
            </a:pP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286979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EA8163-5F6B-01EF-FE59-2C0F123738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549CA-7467-849E-E278-B4D9BAF3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Perks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BDE38-677E-1049-8C38-42418076D4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4093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102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3614F7-F807-280B-98C5-0D0EFBBC85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38066-8209-7DE8-80F8-42E67713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D535A8-74B1-8676-D154-8CAAB9CCA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8153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638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DA94-8E9A-4E53-BE9E-1B05D6D6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Data Analysis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6AB2E4-480C-3BD2-51AB-C6E81D340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03" y="1323436"/>
            <a:ext cx="8055544" cy="5534564"/>
          </a:xfrm>
        </p:spPr>
      </p:pic>
    </p:spTree>
    <p:extLst>
      <p:ext uri="{BB962C8B-B14F-4D97-AF65-F5344CB8AC3E}">
        <p14:creationId xmlns:p14="http://schemas.microsoft.com/office/powerpoint/2010/main" val="160025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501C-9BFE-A13C-92CD-B486B036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DA7C-436F-ADB9-7434-519D0169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44ACE0-CD63-67B8-252F-6BD57B111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555" y="1342726"/>
            <a:ext cx="8027468" cy="5515274"/>
          </a:xfrm>
        </p:spPr>
      </p:pic>
    </p:spTree>
    <p:extLst>
      <p:ext uri="{BB962C8B-B14F-4D97-AF65-F5344CB8AC3E}">
        <p14:creationId xmlns:p14="http://schemas.microsoft.com/office/powerpoint/2010/main" val="76397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0ABC-66BD-1562-DAC8-A8B5F17C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1626-9798-E485-B39A-D50252B9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13F5B4-7FD8-8CAA-CF99-9EAC403A9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27" y="1373238"/>
            <a:ext cx="8263930" cy="5175830"/>
          </a:xfrm>
        </p:spPr>
      </p:pic>
    </p:spTree>
    <p:extLst>
      <p:ext uri="{BB962C8B-B14F-4D97-AF65-F5344CB8AC3E}">
        <p14:creationId xmlns:p14="http://schemas.microsoft.com/office/powerpoint/2010/main" val="413553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82CA-0CE1-DEE6-D641-38F2993E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F35E-D159-FB1C-5CF1-17AF7B8C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1C4D9-A9D5-33E4-0FAB-EB9F8CE24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" y="1823481"/>
            <a:ext cx="11499243" cy="3932426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6D1883F-4EF6-5D2B-4075-5DF9C336330B}"/>
              </a:ext>
            </a:extLst>
          </p:cNvPr>
          <p:cNvSpPr/>
          <p:nvPr/>
        </p:nvSpPr>
        <p:spPr>
          <a:xfrm>
            <a:off x="1855694" y="2079812"/>
            <a:ext cx="2232212" cy="16405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360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E49A5C-C311-166E-3FA0-8DA0EF0F5B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37FED-3354-2FA4-D912-9675C693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Analysing</a:t>
            </a:r>
            <a:r>
              <a:rPr lang="en-US" dirty="0"/>
              <a:t> the Data (Methods Used)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7C0D60-67B7-ABA7-7497-3895DE542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8565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386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2A441-B28D-7FCD-E631-8918AFBB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RFM (Recency, Frequency, Monetary)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69CFA-D097-489D-9778-0BF13673C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542059"/>
            <a:ext cx="10744200" cy="357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30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9A704-AB03-07DA-7FBB-140F93A4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RFM (Recency, Frequency, Monetary)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95C54-8FCD-9FB5-C56F-32B9A9BC0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037" y="2354239"/>
            <a:ext cx="7975926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3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35BCD-FE9C-0397-251F-C43138CC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RFM (Recency, Frequency, Monetary)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56DE5-B0D1-D106-02F4-D33A91D87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037" y="2354239"/>
            <a:ext cx="7975926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13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241F6-1859-0EEB-168E-9230BD15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20F1C9-591B-D53B-F9BC-C5F7A86C4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1C4278F-15F8-2198-EE41-95DED62A7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6551B-93FA-3FFB-6E42-DA60678B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LifeTime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Value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5D2B6B6-CA70-DF27-A3B0-D0C257D61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565" y="1992252"/>
            <a:ext cx="7705379" cy="483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48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02E8A-21AF-3178-1214-2924B785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LifeTime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Value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B521B-9026-9493-CA7E-13E32B491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077" y="2354239"/>
            <a:ext cx="7935846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91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3F506-F412-32E7-8082-352D557A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RFM &amp; CLTV Insights</a:t>
            </a:r>
            <a:endParaRPr lang="LID4096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15A5A58-6265-0240-1F8F-985E51EC1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80001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8893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CE2DD-44E8-E6E2-2033-AE124621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K-means</a:t>
            </a:r>
            <a:endParaRPr lang="LID4096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A1DB-73C8-CDC9-9DFD-AB3AB5281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Machine learning algorithm</a:t>
            </a:r>
          </a:p>
          <a:p>
            <a:r>
              <a:rPr lang="en-US" sz="2000"/>
              <a:t>Grouping Data in clusters</a:t>
            </a:r>
            <a:endParaRPr lang="LID4096" sz="2000"/>
          </a:p>
        </p:txBody>
      </p:sp>
      <p:pic>
        <p:nvPicPr>
          <p:cNvPr id="4" name="Picture 3" descr="k means clustering">
            <a:extLst>
              <a:ext uri="{FF2B5EF4-FFF2-40B4-BE49-F238E27FC236}">
                <a16:creationId xmlns:a16="http://schemas.microsoft.com/office/drawing/2014/main" id="{237C4D57-8C6D-3F7F-7A1B-548EB279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4" r="26078"/>
          <a:stretch>
            <a:fillRect/>
          </a:stretch>
        </p:blipFill>
        <p:spPr>
          <a:xfrm>
            <a:off x="6335500" y="2484255"/>
            <a:ext cx="4302340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8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F5164-203B-DA81-E7A9-252A11DE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</a:t>
            </a:r>
            <a:r>
              <a:rPr lang="en-US" dirty="0"/>
              <a:t>m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eans Based On RFM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48796-557F-A682-D2FA-4499359AB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51" y="945022"/>
            <a:ext cx="5708649" cy="4937981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2AD6669-49E2-F9B2-BBCF-4FEA3C14491B}"/>
              </a:ext>
            </a:extLst>
          </p:cNvPr>
          <p:cNvSpPr/>
          <p:nvPr/>
        </p:nvSpPr>
        <p:spPr>
          <a:xfrm>
            <a:off x="6418053" y="2605177"/>
            <a:ext cx="2734573" cy="2924355"/>
          </a:xfrm>
          <a:custGeom>
            <a:avLst/>
            <a:gdLst>
              <a:gd name="csX0" fmla="*/ 267419 w 2734573"/>
              <a:gd name="csY0" fmla="*/ 60385 h 2924355"/>
              <a:gd name="csX1" fmla="*/ 146649 w 2734573"/>
              <a:gd name="csY1" fmla="*/ 77638 h 2924355"/>
              <a:gd name="csX2" fmla="*/ 94890 w 2734573"/>
              <a:gd name="csY2" fmla="*/ 146649 h 2924355"/>
              <a:gd name="csX3" fmla="*/ 69011 w 2734573"/>
              <a:gd name="csY3" fmla="*/ 172529 h 2924355"/>
              <a:gd name="csX4" fmla="*/ 51758 w 2734573"/>
              <a:gd name="csY4" fmla="*/ 198408 h 2924355"/>
              <a:gd name="csX5" fmla="*/ 43132 w 2734573"/>
              <a:gd name="csY5" fmla="*/ 232914 h 2924355"/>
              <a:gd name="csX6" fmla="*/ 34505 w 2734573"/>
              <a:gd name="csY6" fmla="*/ 258793 h 2924355"/>
              <a:gd name="csX7" fmla="*/ 25879 w 2734573"/>
              <a:gd name="csY7" fmla="*/ 483080 h 2924355"/>
              <a:gd name="csX8" fmla="*/ 17253 w 2734573"/>
              <a:gd name="csY8" fmla="*/ 552091 h 2924355"/>
              <a:gd name="csX9" fmla="*/ 0 w 2734573"/>
              <a:gd name="csY9" fmla="*/ 715993 h 2924355"/>
              <a:gd name="csX10" fmla="*/ 8626 w 2734573"/>
              <a:gd name="csY10" fmla="*/ 923027 h 2924355"/>
              <a:gd name="csX11" fmla="*/ 25879 w 2734573"/>
              <a:gd name="csY11" fmla="*/ 974785 h 2924355"/>
              <a:gd name="csX12" fmla="*/ 43132 w 2734573"/>
              <a:gd name="csY12" fmla="*/ 1095555 h 2924355"/>
              <a:gd name="csX13" fmla="*/ 51758 w 2734573"/>
              <a:gd name="csY13" fmla="*/ 1164566 h 2924355"/>
              <a:gd name="csX14" fmla="*/ 69011 w 2734573"/>
              <a:gd name="csY14" fmla="*/ 1216325 h 2924355"/>
              <a:gd name="csX15" fmla="*/ 86264 w 2734573"/>
              <a:gd name="csY15" fmla="*/ 1276710 h 2924355"/>
              <a:gd name="csX16" fmla="*/ 94890 w 2734573"/>
              <a:gd name="csY16" fmla="*/ 1337095 h 2924355"/>
              <a:gd name="csX17" fmla="*/ 103517 w 2734573"/>
              <a:gd name="csY17" fmla="*/ 1423359 h 2924355"/>
              <a:gd name="csX18" fmla="*/ 120770 w 2734573"/>
              <a:gd name="csY18" fmla="*/ 1518249 h 2924355"/>
              <a:gd name="csX19" fmla="*/ 146649 w 2734573"/>
              <a:gd name="csY19" fmla="*/ 1708031 h 2924355"/>
              <a:gd name="csX20" fmla="*/ 163902 w 2734573"/>
              <a:gd name="csY20" fmla="*/ 1802921 h 2924355"/>
              <a:gd name="csX21" fmla="*/ 163902 w 2734573"/>
              <a:gd name="csY21" fmla="*/ 2147978 h 2924355"/>
              <a:gd name="csX22" fmla="*/ 129396 w 2734573"/>
              <a:gd name="csY22" fmla="*/ 2260121 h 2924355"/>
              <a:gd name="csX23" fmla="*/ 69011 w 2734573"/>
              <a:gd name="csY23" fmla="*/ 2406770 h 2924355"/>
              <a:gd name="csX24" fmla="*/ 60385 w 2734573"/>
              <a:gd name="csY24" fmla="*/ 2441276 h 2924355"/>
              <a:gd name="csX25" fmla="*/ 43132 w 2734573"/>
              <a:gd name="csY25" fmla="*/ 2484408 h 2924355"/>
              <a:gd name="csX26" fmla="*/ 60385 w 2734573"/>
              <a:gd name="csY26" fmla="*/ 2596551 h 2924355"/>
              <a:gd name="csX27" fmla="*/ 94890 w 2734573"/>
              <a:gd name="csY27" fmla="*/ 2665563 h 2924355"/>
              <a:gd name="csX28" fmla="*/ 120770 w 2734573"/>
              <a:gd name="csY28" fmla="*/ 2717321 h 2924355"/>
              <a:gd name="csX29" fmla="*/ 138022 w 2734573"/>
              <a:gd name="csY29" fmla="*/ 2769080 h 2924355"/>
              <a:gd name="csX30" fmla="*/ 163902 w 2734573"/>
              <a:gd name="csY30" fmla="*/ 2812212 h 2924355"/>
              <a:gd name="csX31" fmla="*/ 215660 w 2734573"/>
              <a:gd name="csY31" fmla="*/ 2872597 h 2924355"/>
              <a:gd name="csX32" fmla="*/ 267419 w 2734573"/>
              <a:gd name="csY32" fmla="*/ 2889849 h 2924355"/>
              <a:gd name="csX33" fmla="*/ 336430 w 2734573"/>
              <a:gd name="csY33" fmla="*/ 2907102 h 2924355"/>
              <a:gd name="csX34" fmla="*/ 457200 w 2734573"/>
              <a:gd name="csY34" fmla="*/ 2915729 h 2924355"/>
              <a:gd name="csX35" fmla="*/ 534838 w 2734573"/>
              <a:gd name="csY35" fmla="*/ 2924355 h 2924355"/>
              <a:gd name="csX36" fmla="*/ 1759789 w 2734573"/>
              <a:gd name="csY36" fmla="*/ 2907102 h 2924355"/>
              <a:gd name="csX37" fmla="*/ 2009955 w 2734573"/>
              <a:gd name="csY37" fmla="*/ 2898476 h 2924355"/>
              <a:gd name="csX38" fmla="*/ 2216989 w 2734573"/>
              <a:gd name="csY38" fmla="*/ 2855344 h 2924355"/>
              <a:gd name="csX39" fmla="*/ 2286000 w 2734573"/>
              <a:gd name="csY39" fmla="*/ 2829465 h 2924355"/>
              <a:gd name="csX40" fmla="*/ 2311879 w 2734573"/>
              <a:gd name="csY40" fmla="*/ 2812212 h 2924355"/>
              <a:gd name="csX41" fmla="*/ 2346385 w 2734573"/>
              <a:gd name="csY41" fmla="*/ 2794959 h 2924355"/>
              <a:gd name="csX42" fmla="*/ 2372264 w 2734573"/>
              <a:gd name="csY42" fmla="*/ 2777706 h 2924355"/>
              <a:gd name="csX43" fmla="*/ 2449902 w 2734573"/>
              <a:gd name="csY43" fmla="*/ 2751827 h 2924355"/>
              <a:gd name="csX44" fmla="*/ 2475781 w 2734573"/>
              <a:gd name="csY44" fmla="*/ 2725948 h 2924355"/>
              <a:gd name="csX45" fmla="*/ 2518913 w 2734573"/>
              <a:gd name="csY45" fmla="*/ 2665563 h 2924355"/>
              <a:gd name="csX46" fmla="*/ 2553419 w 2734573"/>
              <a:gd name="csY46" fmla="*/ 2570672 h 2924355"/>
              <a:gd name="csX47" fmla="*/ 2605177 w 2734573"/>
              <a:gd name="csY47" fmla="*/ 2484408 h 2924355"/>
              <a:gd name="csX48" fmla="*/ 2648309 w 2734573"/>
              <a:gd name="csY48" fmla="*/ 2389517 h 2924355"/>
              <a:gd name="csX49" fmla="*/ 2665562 w 2734573"/>
              <a:gd name="csY49" fmla="*/ 2320506 h 2924355"/>
              <a:gd name="csX50" fmla="*/ 2691441 w 2734573"/>
              <a:gd name="csY50" fmla="*/ 2234242 h 2924355"/>
              <a:gd name="csX51" fmla="*/ 2725947 w 2734573"/>
              <a:gd name="csY51" fmla="*/ 2087593 h 2924355"/>
              <a:gd name="csX52" fmla="*/ 2734573 w 2734573"/>
              <a:gd name="csY52" fmla="*/ 2018581 h 2924355"/>
              <a:gd name="csX53" fmla="*/ 2674189 w 2734573"/>
              <a:gd name="csY53" fmla="*/ 1742536 h 2924355"/>
              <a:gd name="csX54" fmla="*/ 2527539 w 2734573"/>
              <a:gd name="csY54" fmla="*/ 1552755 h 2924355"/>
              <a:gd name="csX55" fmla="*/ 2501660 w 2734573"/>
              <a:gd name="csY55" fmla="*/ 1518249 h 2924355"/>
              <a:gd name="csX56" fmla="*/ 2398143 w 2734573"/>
              <a:gd name="csY56" fmla="*/ 1466491 h 2924355"/>
              <a:gd name="csX57" fmla="*/ 2139351 w 2734573"/>
              <a:gd name="csY57" fmla="*/ 1414732 h 2924355"/>
              <a:gd name="csX58" fmla="*/ 2078966 w 2734573"/>
              <a:gd name="csY58" fmla="*/ 1406106 h 2924355"/>
              <a:gd name="csX59" fmla="*/ 1992702 w 2734573"/>
              <a:gd name="csY59" fmla="*/ 1388853 h 2924355"/>
              <a:gd name="csX60" fmla="*/ 1811547 w 2734573"/>
              <a:gd name="csY60" fmla="*/ 1397480 h 2924355"/>
              <a:gd name="csX61" fmla="*/ 1664898 w 2734573"/>
              <a:gd name="csY61" fmla="*/ 1423359 h 2924355"/>
              <a:gd name="csX62" fmla="*/ 1518249 w 2734573"/>
              <a:gd name="csY62" fmla="*/ 1449238 h 2924355"/>
              <a:gd name="csX63" fmla="*/ 1483743 w 2734573"/>
              <a:gd name="csY63" fmla="*/ 1457865 h 2924355"/>
              <a:gd name="csX64" fmla="*/ 1319841 w 2734573"/>
              <a:gd name="csY64" fmla="*/ 1449238 h 2924355"/>
              <a:gd name="csX65" fmla="*/ 1293962 w 2734573"/>
              <a:gd name="csY65" fmla="*/ 1406106 h 2924355"/>
              <a:gd name="csX66" fmla="*/ 1276709 w 2734573"/>
              <a:gd name="csY66" fmla="*/ 1362974 h 2924355"/>
              <a:gd name="csX67" fmla="*/ 1242204 w 2734573"/>
              <a:gd name="csY67" fmla="*/ 1242204 h 2924355"/>
              <a:gd name="csX68" fmla="*/ 1216324 w 2734573"/>
              <a:gd name="csY68" fmla="*/ 1121434 h 2924355"/>
              <a:gd name="csX69" fmla="*/ 1207698 w 2734573"/>
              <a:gd name="csY69" fmla="*/ 1035170 h 2924355"/>
              <a:gd name="csX70" fmla="*/ 1190445 w 2734573"/>
              <a:gd name="csY70" fmla="*/ 931653 h 2924355"/>
              <a:gd name="csX71" fmla="*/ 1181819 w 2734573"/>
              <a:gd name="csY71" fmla="*/ 819510 h 2924355"/>
              <a:gd name="csX72" fmla="*/ 1164566 w 2734573"/>
              <a:gd name="csY72" fmla="*/ 707366 h 2924355"/>
              <a:gd name="csX73" fmla="*/ 1104181 w 2734573"/>
              <a:gd name="csY73" fmla="*/ 439948 h 2924355"/>
              <a:gd name="csX74" fmla="*/ 1078302 w 2734573"/>
              <a:gd name="csY74" fmla="*/ 388189 h 2924355"/>
              <a:gd name="csX75" fmla="*/ 1000664 w 2734573"/>
              <a:gd name="csY75" fmla="*/ 258793 h 2924355"/>
              <a:gd name="csX76" fmla="*/ 948905 w 2734573"/>
              <a:gd name="csY76" fmla="*/ 198408 h 2924355"/>
              <a:gd name="csX77" fmla="*/ 879894 w 2734573"/>
              <a:gd name="csY77" fmla="*/ 163902 h 2924355"/>
              <a:gd name="csX78" fmla="*/ 819509 w 2734573"/>
              <a:gd name="csY78" fmla="*/ 129397 h 2924355"/>
              <a:gd name="csX79" fmla="*/ 767751 w 2734573"/>
              <a:gd name="csY79" fmla="*/ 112144 h 2924355"/>
              <a:gd name="csX80" fmla="*/ 646981 w 2734573"/>
              <a:gd name="csY80" fmla="*/ 77638 h 2924355"/>
              <a:gd name="csX81" fmla="*/ 474453 w 2734573"/>
              <a:gd name="csY81" fmla="*/ 8627 h 2924355"/>
              <a:gd name="csX82" fmla="*/ 414068 w 2734573"/>
              <a:gd name="csY82" fmla="*/ 0 h 2924355"/>
              <a:gd name="csX83" fmla="*/ 258792 w 2734573"/>
              <a:gd name="csY83" fmla="*/ 17253 h 2924355"/>
              <a:gd name="csX84" fmla="*/ 215660 w 2734573"/>
              <a:gd name="csY84" fmla="*/ 34506 h 2924355"/>
              <a:gd name="csX85" fmla="*/ 181155 w 2734573"/>
              <a:gd name="csY85" fmla="*/ 51759 h 2924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2734573" h="2924355">
                <a:moveTo>
                  <a:pt x="267419" y="60385"/>
                </a:moveTo>
                <a:cubicBezTo>
                  <a:pt x="227162" y="66136"/>
                  <a:pt x="184807" y="63580"/>
                  <a:pt x="146649" y="77638"/>
                </a:cubicBezTo>
                <a:cubicBezTo>
                  <a:pt x="80126" y="102147"/>
                  <a:pt x="117533" y="112685"/>
                  <a:pt x="94890" y="146649"/>
                </a:cubicBezTo>
                <a:cubicBezTo>
                  <a:pt x="88123" y="156800"/>
                  <a:pt x="76821" y="163157"/>
                  <a:pt x="69011" y="172529"/>
                </a:cubicBezTo>
                <a:cubicBezTo>
                  <a:pt x="62374" y="180494"/>
                  <a:pt x="57509" y="189782"/>
                  <a:pt x="51758" y="198408"/>
                </a:cubicBezTo>
                <a:cubicBezTo>
                  <a:pt x="48883" y="209910"/>
                  <a:pt x="46389" y="221514"/>
                  <a:pt x="43132" y="232914"/>
                </a:cubicBezTo>
                <a:cubicBezTo>
                  <a:pt x="40634" y="241657"/>
                  <a:pt x="35131" y="249722"/>
                  <a:pt x="34505" y="258793"/>
                </a:cubicBezTo>
                <a:cubicBezTo>
                  <a:pt x="29357" y="333433"/>
                  <a:pt x="30272" y="408391"/>
                  <a:pt x="25879" y="483080"/>
                </a:cubicBezTo>
                <a:cubicBezTo>
                  <a:pt x="24518" y="506223"/>
                  <a:pt x="19560" y="529023"/>
                  <a:pt x="17253" y="552091"/>
                </a:cubicBezTo>
                <a:cubicBezTo>
                  <a:pt x="62" y="724003"/>
                  <a:pt x="17560" y="593066"/>
                  <a:pt x="0" y="715993"/>
                </a:cubicBezTo>
                <a:cubicBezTo>
                  <a:pt x="2875" y="785004"/>
                  <a:pt x="1753" y="854299"/>
                  <a:pt x="8626" y="923027"/>
                </a:cubicBezTo>
                <a:cubicBezTo>
                  <a:pt x="10436" y="941123"/>
                  <a:pt x="22528" y="956911"/>
                  <a:pt x="25879" y="974785"/>
                </a:cubicBezTo>
                <a:cubicBezTo>
                  <a:pt x="70001" y="1210104"/>
                  <a:pt x="13417" y="976701"/>
                  <a:pt x="43132" y="1095555"/>
                </a:cubicBezTo>
                <a:cubicBezTo>
                  <a:pt x="46007" y="1118559"/>
                  <a:pt x="46901" y="1141898"/>
                  <a:pt x="51758" y="1164566"/>
                </a:cubicBezTo>
                <a:cubicBezTo>
                  <a:pt x="55569" y="1182349"/>
                  <a:pt x="63663" y="1198943"/>
                  <a:pt x="69011" y="1216325"/>
                </a:cubicBezTo>
                <a:cubicBezTo>
                  <a:pt x="75167" y="1236333"/>
                  <a:pt x="80513" y="1256582"/>
                  <a:pt x="86264" y="1276710"/>
                </a:cubicBezTo>
                <a:cubicBezTo>
                  <a:pt x="89139" y="1296838"/>
                  <a:pt x="92514" y="1316902"/>
                  <a:pt x="94890" y="1337095"/>
                </a:cubicBezTo>
                <a:cubicBezTo>
                  <a:pt x="98267" y="1365795"/>
                  <a:pt x="99430" y="1394751"/>
                  <a:pt x="103517" y="1423359"/>
                </a:cubicBezTo>
                <a:cubicBezTo>
                  <a:pt x="108064" y="1455184"/>
                  <a:pt x="115019" y="1486619"/>
                  <a:pt x="120770" y="1518249"/>
                </a:cubicBezTo>
                <a:cubicBezTo>
                  <a:pt x="134820" y="1686851"/>
                  <a:pt x="120075" y="1557441"/>
                  <a:pt x="146649" y="1708031"/>
                </a:cubicBezTo>
                <a:cubicBezTo>
                  <a:pt x="165193" y="1813117"/>
                  <a:pt x="145538" y="1729467"/>
                  <a:pt x="163902" y="1802921"/>
                </a:cubicBezTo>
                <a:cubicBezTo>
                  <a:pt x="174114" y="1935685"/>
                  <a:pt x="182976" y="1995388"/>
                  <a:pt x="163902" y="2147978"/>
                </a:cubicBezTo>
                <a:cubicBezTo>
                  <a:pt x="159051" y="2186787"/>
                  <a:pt x="142860" y="2223401"/>
                  <a:pt x="129396" y="2260121"/>
                </a:cubicBezTo>
                <a:cubicBezTo>
                  <a:pt x="111197" y="2309755"/>
                  <a:pt x="87831" y="2357368"/>
                  <a:pt x="69011" y="2406770"/>
                </a:cubicBezTo>
                <a:cubicBezTo>
                  <a:pt x="64790" y="2417849"/>
                  <a:pt x="64134" y="2430028"/>
                  <a:pt x="60385" y="2441276"/>
                </a:cubicBezTo>
                <a:cubicBezTo>
                  <a:pt x="55488" y="2455966"/>
                  <a:pt x="48883" y="2470031"/>
                  <a:pt x="43132" y="2484408"/>
                </a:cubicBezTo>
                <a:cubicBezTo>
                  <a:pt x="48883" y="2521789"/>
                  <a:pt x="49995" y="2560185"/>
                  <a:pt x="60385" y="2596551"/>
                </a:cubicBezTo>
                <a:cubicBezTo>
                  <a:pt x="67451" y="2621281"/>
                  <a:pt x="83388" y="2642559"/>
                  <a:pt x="94890" y="2665563"/>
                </a:cubicBezTo>
                <a:lnTo>
                  <a:pt x="120770" y="2717321"/>
                </a:lnTo>
                <a:cubicBezTo>
                  <a:pt x="128903" y="2733587"/>
                  <a:pt x="130497" y="2752524"/>
                  <a:pt x="138022" y="2769080"/>
                </a:cubicBezTo>
                <a:cubicBezTo>
                  <a:pt x="144960" y="2784344"/>
                  <a:pt x="155759" y="2797555"/>
                  <a:pt x="163902" y="2812212"/>
                </a:cubicBezTo>
                <a:cubicBezTo>
                  <a:pt x="183523" y="2847528"/>
                  <a:pt x="175409" y="2852472"/>
                  <a:pt x="215660" y="2872597"/>
                </a:cubicBezTo>
                <a:cubicBezTo>
                  <a:pt x="231926" y="2880730"/>
                  <a:pt x="249933" y="2884853"/>
                  <a:pt x="267419" y="2889849"/>
                </a:cubicBezTo>
                <a:cubicBezTo>
                  <a:pt x="290218" y="2896363"/>
                  <a:pt x="312936" y="2903898"/>
                  <a:pt x="336430" y="2907102"/>
                </a:cubicBezTo>
                <a:cubicBezTo>
                  <a:pt x="376419" y="2912555"/>
                  <a:pt x="416992" y="2912233"/>
                  <a:pt x="457200" y="2915729"/>
                </a:cubicBezTo>
                <a:cubicBezTo>
                  <a:pt x="483141" y="2917985"/>
                  <a:pt x="508959" y="2921480"/>
                  <a:pt x="534838" y="2924355"/>
                </a:cubicBezTo>
                <a:lnTo>
                  <a:pt x="1759789" y="2907102"/>
                </a:lnTo>
                <a:lnTo>
                  <a:pt x="2009955" y="2898476"/>
                </a:lnTo>
                <a:cubicBezTo>
                  <a:pt x="2182304" y="2860176"/>
                  <a:pt x="2112930" y="2872686"/>
                  <a:pt x="2216989" y="2855344"/>
                </a:cubicBezTo>
                <a:cubicBezTo>
                  <a:pt x="2239381" y="2847879"/>
                  <a:pt x="2265380" y="2839775"/>
                  <a:pt x="2286000" y="2829465"/>
                </a:cubicBezTo>
                <a:cubicBezTo>
                  <a:pt x="2295273" y="2824829"/>
                  <a:pt x="2302877" y="2817356"/>
                  <a:pt x="2311879" y="2812212"/>
                </a:cubicBezTo>
                <a:cubicBezTo>
                  <a:pt x="2323044" y="2805832"/>
                  <a:pt x="2335220" y="2801339"/>
                  <a:pt x="2346385" y="2794959"/>
                </a:cubicBezTo>
                <a:cubicBezTo>
                  <a:pt x="2355387" y="2789815"/>
                  <a:pt x="2362694" y="2781694"/>
                  <a:pt x="2372264" y="2777706"/>
                </a:cubicBezTo>
                <a:cubicBezTo>
                  <a:pt x="2397445" y="2767214"/>
                  <a:pt x="2449902" y="2751827"/>
                  <a:pt x="2449902" y="2751827"/>
                </a:cubicBezTo>
                <a:cubicBezTo>
                  <a:pt x="2458528" y="2743201"/>
                  <a:pt x="2467842" y="2735211"/>
                  <a:pt x="2475781" y="2725948"/>
                </a:cubicBezTo>
                <a:cubicBezTo>
                  <a:pt x="2491827" y="2707227"/>
                  <a:pt x="2505261" y="2686041"/>
                  <a:pt x="2518913" y="2665563"/>
                </a:cubicBezTo>
                <a:cubicBezTo>
                  <a:pt x="2529369" y="2623737"/>
                  <a:pt x="2529299" y="2616232"/>
                  <a:pt x="2553419" y="2570672"/>
                </a:cubicBezTo>
                <a:cubicBezTo>
                  <a:pt x="2569109" y="2541036"/>
                  <a:pt x="2590180" y="2514401"/>
                  <a:pt x="2605177" y="2484408"/>
                </a:cubicBezTo>
                <a:cubicBezTo>
                  <a:pt x="2620110" y="2454543"/>
                  <a:pt x="2637993" y="2420464"/>
                  <a:pt x="2648309" y="2389517"/>
                </a:cubicBezTo>
                <a:cubicBezTo>
                  <a:pt x="2655807" y="2367022"/>
                  <a:pt x="2659216" y="2343353"/>
                  <a:pt x="2665562" y="2320506"/>
                </a:cubicBezTo>
                <a:cubicBezTo>
                  <a:pt x="2673597" y="2291580"/>
                  <a:pt x="2683406" y="2263168"/>
                  <a:pt x="2691441" y="2234242"/>
                </a:cubicBezTo>
                <a:cubicBezTo>
                  <a:pt x="2699232" y="2206195"/>
                  <a:pt x="2721318" y="2113823"/>
                  <a:pt x="2725947" y="2087593"/>
                </a:cubicBezTo>
                <a:cubicBezTo>
                  <a:pt x="2729976" y="2064763"/>
                  <a:pt x="2731698" y="2041585"/>
                  <a:pt x="2734573" y="2018581"/>
                </a:cubicBezTo>
                <a:cubicBezTo>
                  <a:pt x="2727113" y="1978797"/>
                  <a:pt x="2692531" y="1779220"/>
                  <a:pt x="2674189" y="1742536"/>
                </a:cubicBezTo>
                <a:cubicBezTo>
                  <a:pt x="2587765" y="1569688"/>
                  <a:pt x="2598212" y="1633524"/>
                  <a:pt x="2527539" y="1552755"/>
                </a:cubicBezTo>
                <a:cubicBezTo>
                  <a:pt x="2518071" y="1541935"/>
                  <a:pt x="2513623" y="1526224"/>
                  <a:pt x="2501660" y="1518249"/>
                </a:cubicBezTo>
                <a:cubicBezTo>
                  <a:pt x="2469561" y="1496850"/>
                  <a:pt x="2434742" y="1478691"/>
                  <a:pt x="2398143" y="1466491"/>
                </a:cubicBezTo>
                <a:cubicBezTo>
                  <a:pt x="2222946" y="1408091"/>
                  <a:pt x="2362670" y="1446633"/>
                  <a:pt x="2139351" y="1414732"/>
                </a:cubicBezTo>
                <a:cubicBezTo>
                  <a:pt x="2119223" y="1411857"/>
                  <a:pt x="2098989" y="1409639"/>
                  <a:pt x="2078966" y="1406106"/>
                </a:cubicBezTo>
                <a:cubicBezTo>
                  <a:pt x="2050088" y="1401010"/>
                  <a:pt x="1992702" y="1388853"/>
                  <a:pt x="1992702" y="1388853"/>
                </a:cubicBezTo>
                <a:cubicBezTo>
                  <a:pt x="1932317" y="1391729"/>
                  <a:pt x="1871668" y="1391151"/>
                  <a:pt x="1811547" y="1397480"/>
                </a:cubicBezTo>
                <a:cubicBezTo>
                  <a:pt x="1762181" y="1402676"/>
                  <a:pt x="1713802" y="1414854"/>
                  <a:pt x="1664898" y="1423359"/>
                </a:cubicBezTo>
                <a:cubicBezTo>
                  <a:pt x="1628123" y="1429755"/>
                  <a:pt x="1544522" y="1442669"/>
                  <a:pt x="1518249" y="1449238"/>
                </a:cubicBezTo>
                <a:lnTo>
                  <a:pt x="1483743" y="1457865"/>
                </a:lnTo>
                <a:lnTo>
                  <a:pt x="1319841" y="1449238"/>
                </a:lnTo>
                <a:cubicBezTo>
                  <a:pt x="1303665" y="1444826"/>
                  <a:pt x="1301460" y="1421103"/>
                  <a:pt x="1293962" y="1406106"/>
                </a:cubicBezTo>
                <a:cubicBezTo>
                  <a:pt x="1287037" y="1392256"/>
                  <a:pt x="1282001" y="1377527"/>
                  <a:pt x="1276709" y="1362974"/>
                </a:cubicBezTo>
                <a:cubicBezTo>
                  <a:pt x="1259734" y="1316293"/>
                  <a:pt x="1253728" y="1292908"/>
                  <a:pt x="1242204" y="1242204"/>
                </a:cubicBezTo>
                <a:cubicBezTo>
                  <a:pt x="1233080" y="1202057"/>
                  <a:pt x="1216324" y="1121434"/>
                  <a:pt x="1216324" y="1121434"/>
                </a:cubicBezTo>
                <a:cubicBezTo>
                  <a:pt x="1213449" y="1092679"/>
                  <a:pt x="1211602" y="1063803"/>
                  <a:pt x="1207698" y="1035170"/>
                </a:cubicBezTo>
                <a:cubicBezTo>
                  <a:pt x="1202972" y="1000509"/>
                  <a:pt x="1194613" y="966385"/>
                  <a:pt x="1190445" y="931653"/>
                </a:cubicBezTo>
                <a:cubicBezTo>
                  <a:pt x="1185978" y="894429"/>
                  <a:pt x="1186116" y="856754"/>
                  <a:pt x="1181819" y="819510"/>
                </a:cubicBezTo>
                <a:cubicBezTo>
                  <a:pt x="1177484" y="781938"/>
                  <a:pt x="1171139" y="744612"/>
                  <a:pt x="1164566" y="707366"/>
                </a:cubicBezTo>
                <a:cubicBezTo>
                  <a:pt x="1149829" y="623856"/>
                  <a:pt x="1135325" y="523000"/>
                  <a:pt x="1104181" y="439948"/>
                </a:cubicBezTo>
                <a:cubicBezTo>
                  <a:pt x="1097408" y="421887"/>
                  <a:pt x="1085721" y="405995"/>
                  <a:pt x="1078302" y="388189"/>
                </a:cubicBezTo>
                <a:cubicBezTo>
                  <a:pt x="1038374" y="292362"/>
                  <a:pt x="1094401" y="374161"/>
                  <a:pt x="1000664" y="258793"/>
                </a:cubicBezTo>
                <a:cubicBezTo>
                  <a:pt x="983947" y="238218"/>
                  <a:pt x="972617" y="210264"/>
                  <a:pt x="948905" y="198408"/>
                </a:cubicBezTo>
                <a:cubicBezTo>
                  <a:pt x="925901" y="186906"/>
                  <a:pt x="902472" y="176218"/>
                  <a:pt x="879894" y="163902"/>
                </a:cubicBezTo>
                <a:cubicBezTo>
                  <a:pt x="837093" y="140556"/>
                  <a:pt x="871006" y="149995"/>
                  <a:pt x="819509" y="129397"/>
                </a:cubicBezTo>
                <a:cubicBezTo>
                  <a:pt x="802624" y="122643"/>
                  <a:pt x="784538" y="119139"/>
                  <a:pt x="767751" y="112144"/>
                </a:cubicBezTo>
                <a:cubicBezTo>
                  <a:pt x="674546" y="73308"/>
                  <a:pt x="760024" y="91769"/>
                  <a:pt x="646981" y="77638"/>
                </a:cubicBezTo>
                <a:cubicBezTo>
                  <a:pt x="593674" y="50984"/>
                  <a:pt x="534152" y="17156"/>
                  <a:pt x="474453" y="8627"/>
                </a:cubicBezTo>
                <a:lnTo>
                  <a:pt x="414068" y="0"/>
                </a:lnTo>
                <a:cubicBezTo>
                  <a:pt x="361269" y="3772"/>
                  <a:pt x="309011" y="513"/>
                  <a:pt x="258792" y="17253"/>
                </a:cubicBezTo>
                <a:cubicBezTo>
                  <a:pt x="244102" y="22150"/>
                  <a:pt x="230159" y="29069"/>
                  <a:pt x="215660" y="34506"/>
                </a:cubicBezTo>
                <a:cubicBezTo>
                  <a:pt x="183940" y="46401"/>
                  <a:pt x="197097" y="35815"/>
                  <a:pt x="181155" y="51759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AF2CF9-2212-E973-0B42-8B71A1E76149}"/>
              </a:ext>
            </a:extLst>
          </p:cNvPr>
          <p:cNvSpPr/>
          <p:nvPr/>
        </p:nvSpPr>
        <p:spPr>
          <a:xfrm>
            <a:off x="6324388" y="2605177"/>
            <a:ext cx="1603287" cy="150962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E968F5-875A-7EB0-D3B9-FF8D34A6DBD4}"/>
              </a:ext>
            </a:extLst>
          </p:cNvPr>
          <p:cNvSpPr/>
          <p:nvPr/>
        </p:nvSpPr>
        <p:spPr>
          <a:xfrm>
            <a:off x="6254151" y="4019909"/>
            <a:ext cx="1673524" cy="15872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819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B812D-20FF-77C4-675B-ACB632F2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</a:t>
            </a:r>
            <a:r>
              <a:rPr lang="en-US" sz="3600" dirty="0"/>
              <a:t>-m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eans Based On RFM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85C2AF-5013-4E14-8866-A5394D4B1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72" y="2669543"/>
            <a:ext cx="10768181" cy="293432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9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2CC87-6692-20D0-E2CB-6DA4C04C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1583D-2C91-F40B-1395-5E927716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5502442"/>
          </a:xfrm>
        </p:spPr>
        <p:txBody>
          <a:bodyPr>
            <a:normAutofit/>
          </a:bodyPr>
          <a:lstStyle/>
          <a:p>
            <a:r>
              <a:rPr lang="en-US" dirty="0"/>
              <a:t>K-means Based On RFM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A2B96-CDAC-2913-BC89-D9F7390E3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1263489"/>
            <a:ext cx="6155141" cy="435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34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E33CB-02CD-D473-1B65-BAEB897E3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Findings Based On 	K-means</a:t>
            </a:r>
            <a:endParaRPr lang="LID4096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32C9A6-9C34-93F9-8AFA-C785B2B68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11814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822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43D52-458C-0D21-2C42-58EA9CCB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K-means + Selected Features</a:t>
            </a:r>
            <a:endParaRPr lang="LID4096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0706D-E528-50EB-AE6E-9E60D3C8D5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9593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574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6F3B1D-A0C4-5194-E8F5-146CB9B9E8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F4F04-51F9-78C2-4E34-72E9D23D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Features Selected: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F90A7-0273-A8FD-D98C-0D5885EC3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4177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23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F24A6-9A29-F7BB-58DA-AB61BCB3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67F35B-D3DA-1772-BB58-829A19B94C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D814A2-8C3D-9809-8BFC-E3CEA5F54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B25D8-DFB3-9B0A-B102-932C563D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Perks: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964DA7-5D6A-9C25-853E-8998E0CE3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9806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278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86BB-9637-175C-B833-3C113B01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+ Features Heatmap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5AA356-5698-EA92-C6F6-9C5BF941F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615" y="1825625"/>
            <a:ext cx="7618769" cy="4351338"/>
          </a:xfrm>
        </p:spPr>
      </p:pic>
    </p:spTree>
    <p:extLst>
      <p:ext uri="{BB962C8B-B14F-4D97-AF65-F5344CB8AC3E}">
        <p14:creationId xmlns:p14="http://schemas.microsoft.com/office/powerpoint/2010/main" val="104316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77F2-134E-8A7D-026F-F6CF12C6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05B4-DABF-7DF1-CB1E-906DFA83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0: Free Cancellation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1FAE3-9EAD-225F-1CA0-A99D080AE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24" y="1287057"/>
            <a:ext cx="9325198" cy="532593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6F8E017-364C-6387-BFE4-F9C71D073466}"/>
              </a:ext>
            </a:extLst>
          </p:cNvPr>
          <p:cNvSpPr/>
          <p:nvPr/>
        </p:nvSpPr>
        <p:spPr>
          <a:xfrm>
            <a:off x="3830128" y="1414732"/>
            <a:ext cx="1293963" cy="4942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4EAD88-599D-BD11-54E2-9A0D7A727171}"/>
              </a:ext>
            </a:extLst>
          </p:cNvPr>
          <p:cNvSpPr/>
          <p:nvPr/>
        </p:nvSpPr>
        <p:spPr>
          <a:xfrm>
            <a:off x="3830128" y="3338423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F646B8-E406-CABE-BA63-807E1DC93E83}"/>
              </a:ext>
            </a:extLst>
          </p:cNvPr>
          <p:cNvSpPr/>
          <p:nvPr/>
        </p:nvSpPr>
        <p:spPr>
          <a:xfrm>
            <a:off x="3830128" y="4209692"/>
            <a:ext cx="1293963" cy="10437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215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8F80-8E8B-7C9B-EA93-206D08E5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3515-CC7A-FE03-2B95-F3515F22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0: Free Cancellation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03F8A7-D2C8-B2D1-7292-597F2B935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724" y="1242233"/>
            <a:ext cx="9325198" cy="532593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234776D-1DEE-6508-6DEB-6304B6D25B2B}"/>
              </a:ext>
            </a:extLst>
          </p:cNvPr>
          <p:cNvSpPr/>
          <p:nvPr/>
        </p:nvSpPr>
        <p:spPr>
          <a:xfrm>
            <a:off x="7640128" y="1369908"/>
            <a:ext cx="1293963" cy="4942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2600CA-5268-485E-C0BC-97174679BAB0}"/>
              </a:ext>
            </a:extLst>
          </p:cNvPr>
          <p:cNvSpPr/>
          <p:nvPr/>
        </p:nvSpPr>
        <p:spPr>
          <a:xfrm>
            <a:off x="7640128" y="3293599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ADF51F-21B5-549E-114D-BE8C8A4FCE30}"/>
              </a:ext>
            </a:extLst>
          </p:cNvPr>
          <p:cNvSpPr/>
          <p:nvPr/>
        </p:nvSpPr>
        <p:spPr>
          <a:xfrm>
            <a:off x="7640128" y="4164868"/>
            <a:ext cx="1293963" cy="10437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B370F-1795-02DC-CE8A-D8461D0FE6DA}"/>
              </a:ext>
            </a:extLst>
          </p:cNvPr>
          <p:cNvSpPr txBox="1"/>
          <p:nvPr/>
        </p:nvSpPr>
        <p:spPr>
          <a:xfrm>
            <a:off x="1147482" y="2160494"/>
            <a:ext cx="40729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Trips + Many Hotel Bookings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Potentially benefit most of the Free Cancellation Perk because of the number of trips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34073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9511-B919-3619-1133-B2BB1678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0E99-3620-1040-5ACA-0B9F0FED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1: Exclusive Discounts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F75FB6-071F-CC7A-9716-801DC3D8A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01" y="1250126"/>
            <a:ext cx="9325198" cy="532593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2524E78-7EB7-9139-151A-7898FEFD8C9C}"/>
              </a:ext>
            </a:extLst>
          </p:cNvPr>
          <p:cNvSpPr/>
          <p:nvPr/>
        </p:nvSpPr>
        <p:spPr>
          <a:xfrm>
            <a:off x="4870035" y="1405768"/>
            <a:ext cx="1293963" cy="4942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01BFB9-232F-5B4E-2D2E-8607A40E5E34}"/>
              </a:ext>
            </a:extLst>
          </p:cNvPr>
          <p:cNvSpPr/>
          <p:nvPr/>
        </p:nvSpPr>
        <p:spPr>
          <a:xfrm>
            <a:off x="4870034" y="1545483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1E7B4F-2611-EAEC-551F-8950D71CFF92}"/>
              </a:ext>
            </a:extLst>
          </p:cNvPr>
          <p:cNvSpPr/>
          <p:nvPr/>
        </p:nvSpPr>
        <p:spPr>
          <a:xfrm>
            <a:off x="4870033" y="5086295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21ECED-6926-BAE8-027B-F44EFACAF44B}"/>
              </a:ext>
            </a:extLst>
          </p:cNvPr>
          <p:cNvSpPr/>
          <p:nvPr/>
        </p:nvSpPr>
        <p:spPr>
          <a:xfrm>
            <a:off x="4870033" y="4168588"/>
            <a:ext cx="1293963" cy="102891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315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9111-A20C-80D1-EF1A-772B862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0A54-8832-1777-A0FB-614774A6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1: Exclusive Discounts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67F88-F844-6607-658D-2781FCF97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6" y="1301408"/>
            <a:ext cx="9325198" cy="5325938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CF39905-D131-63B6-DB7A-54BB6D93722E}"/>
              </a:ext>
            </a:extLst>
          </p:cNvPr>
          <p:cNvSpPr/>
          <p:nvPr/>
        </p:nvSpPr>
        <p:spPr>
          <a:xfrm>
            <a:off x="9298600" y="1457050"/>
            <a:ext cx="1293963" cy="4942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B7606B-0879-F8FE-C9D3-08A0646755A6}"/>
              </a:ext>
            </a:extLst>
          </p:cNvPr>
          <p:cNvSpPr/>
          <p:nvPr/>
        </p:nvSpPr>
        <p:spPr>
          <a:xfrm>
            <a:off x="9298599" y="1596765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6970C8-7A17-9206-530A-AB24EB18FF34}"/>
              </a:ext>
            </a:extLst>
          </p:cNvPr>
          <p:cNvSpPr/>
          <p:nvPr/>
        </p:nvSpPr>
        <p:spPr>
          <a:xfrm>
            <a:off x="9298598" y="5186813"/>
            <a:ext cx="1293963" cy="966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993C6E-AAEC-1CF5-87F6-CC42D1DD15B9}"/>
              </a:ext>
            </a:extLst>
          </p:cNvPr>
          <p:cNvSpPr/>
          <p:nvPr/>
        </p:nvSpPr>
        <p:spPr>
          <a:xfrm>
            <a:off x="9298598" y="4219870"/>
            <a:ext cx="1293963" cy="102891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B6600-478B-A50D-80EA-146D74F44BBE}"/>
              </a:ext>
            </a:extLst>
          </p:cNvPr>
          <p:cNvSpPr txBox="1"/>
          <p:nvPr/>
        </p:nvSpPr>
        <p:spPr>
          <a:xfrm>
            <a:off x="1237129" y="2241176"/>
            <a:ext cx="45271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cancellations by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they do not mind paying the cancellation fees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cancellation perk = Loss of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dollars saved = highest too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Discounts much more enticing </a:t>
            </a:r>
          </a:p>
        </p:txBody>
      </p:sp>
    </p:spTree>
    <p:extLst>
      <p:ext uri="{BB962C8B-B14F-4D97-AF65-F5344CB8AC3E}">
        <p14:creationId xmlns:p14="http://schemas.microsoft.com/office/powerpoint/2010/main" val="3996017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9032-FB41-305F-0F3F-EF782F3C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F727-64BE-A337-5952-14EC995F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2: One Night Free Hotel With Flight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E9675-0351-5BC9-4C54-9CA503E2F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72" y="1308847"/>
            <a:ext cx="9274146" cy="5296780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CA52D04-0D54-26D0-8F5C-61F1E0D1352B}"/>
              </a:ext>
            </a:extLst>
          </p:cNvPr>
          <p:cNvSpPr/>
          <p:nvPr/>
        </p:nvSpPr>
        <p:spPr>
          <a:xfrm>
            <a:off x="5748781" y="1541063"/>
            <a:ext cx="1127149" cy="48328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33851B-DEC9-B2BA-EB14-31612023ABD0}"/>
              </a:ext>
            </a:extLst>
          </p:cNvPr>
          <p:cNvSpPr/>
          <p:nvPr/>
        </p:nvSpPr>
        <p:spPr>
          <a:xfrm>
            <a:off x="5748781" y="3429000"/>
            <a:ext cx="1137123" cy="9644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69EB2C-FF71-A796-2A65-70040CA94D3E}"/>
              </a:ext>
            </a:extLst>
          </p:cNvPr>
          <p:cNvSpPr/>
          <p:nvPr/>
        </p:nvSpPr>
        <p:spPr>
          <a:xfrm>
            <a:off x="5748781" y="4182035"/>
            <a:ext cx="1137123" cy="9644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04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634F-5757-2A79-134D-9873BFC9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5271-2882-AEB2-F195-141319DA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2: One Night Free Hotel With Flight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322C0D-755D-E2FB-9053-0A7DD258A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964" y="1556218"/>
            <a:ext cx="7930636" cy="452945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4CA62E4-0AB7-C6C2-C7B6-27726A04F562}"/>
              </a:ext>
            </a:extLst>
          </p:cNvPr>
          <p:cNvSpPr/>
          <p:nvPr/>
        </p:nvSpPr>
        <p:spPr>
          <a:xfrm>
            <a:off x="9834282" y="1739153"/>
            <a:ext cx="1013012" cy="41327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DCF010-4B0F-E389-FC42-35FB3464E19E}"/>
              </a:ext>
            </a:extLst>
          </p:cNvPr>
          <p:cNvSpPr/>
          <p:nvPr/>
        </p:nvSpPr>
        <p:spPr>
          <a:xfrm>
            <a:off x="9834282" y="3307978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A31D7-2DEA-8430-DA86-679BA2D18D29}"/>
              </a:ext>
            </a:extLst>
          </p:cNvPr>
          <p:cNvSpPr txBox="1"/>
          <p:nvPr/>
        </p:nvSpPr>
        <p:spPr>
          <a:xfrm>
            <a:off x="1165412" y="1945341"/>
            <a:ext cx="44464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Travelers </a:t>
            </a:r>
            <a:r>
              <a:rPr lang="en-US" dirty="0" err="1"/>
              <a:t>favour</a:t>
            </a:r>
            <a:r>
              <a:rPr lang="en-US" dirty="0"/>
              <a:t> short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Infrequent booking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short holidays, visiting friends or family, or travelers with smaller budgets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Perk can incentivize travelers to book more frequently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139F81-65C1-6FC3-CAAF-46E7734E18F8}"/>
              </a:ext>
            </a:extLst>
          </p:cNvPr>
          <p:cNvSpPr/>
          <p:nvPr/>
        </p:nvSpPr>
        <p:spPr>
          <a:xfrm>
            <a:off x="9834282" y="4123766"/>
            <a:ext cx="1021976" cy="761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3724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8AD9-96EC-7B3C-6626-8B04E357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08A6-7F47-3319-8C24-EE7EEA42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3: Free Hotel Meal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2CDD6-CC0A-7A39-AABB-5B505AA91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717" y="1457606"/>
            <a:ext cx="9223118" cy="526763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0A6C422-01F6-BAAE-472B-8AF4C3DD8A5E}"/>
              </a:ext>
            </a:extLst>
          </p:cNvPr>
          <p:cNvSpPr/>
          <p:nvPr/>
        </p:nvSpPr>
        <p:spPr>
          <a:xfrm>
            <a:off x="7144869" y="1690688"/>
            <a:ext cx="1178106" cy="4725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50F381-A480-6E4C-D8E7-8114DE93850A}"/>
              </a:ext>
            </a:extLst>
          </p:cNvPr>
          <p:cNvSpPr/>
          <p:nvPr/>
        </p:nvSpPr>
        <p:spPr>
          <a:xfrm>
            <a:off x="7134444" y="3558338"/>
            <a:ext cx="1188531" cy="943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492DBC-991A-805D-9ACD-392AEA6BB7FB}"/>
              </a:ext>
            </a:extLst>
          </p:cNvPr>
          <p:cNvSpPr/>
          <p:nvPr/>
        </p:nvSpPr>
        <p:spPr>
          <a:xfrm>
            <a:off x="7134444" y="4311373"/>
            <a:ext cx="1188531" cy="943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957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7D334-A0D8-4455-27B3-8FC87626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38C6-6B89-1E9B-3D53-FD7B7B22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3: Free Hotel Meal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329CA9-983D-CB5D-FE89-9369E31A5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764" y="1520359"/>
            <a:ext cx="7930636" cy="452945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62FE60F-73F9-BE22-0476-B02D8CE1A69E}"/>
              </a:ext>
            </a:extLst>
          </p:cNvPr>
          <p:cNvSpPr/>
          <p:nvPr/>
        </p:nvSpPr>
        <p:spPr>
          <a:xfrm>
            <a:off x="9628094" y="1721223"/>
            <a:ext cx="1013012" cy="41327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52A559-72FC-B843-DD9B-A66F7603C65F}"/>
              </a:ext>
            </a:extLst>
          </p:cNvPr>
          <p:cNvSpPr/>
          <p:nvPr/>
        </p:nvSpPr>
        <p:spPr>
          <a:xfrm>
            <a:off x="9628094" y="3290048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8596E-5614-81D0-4375-FEFC7E86BC8A}"/>
              </a:ext>
            </a:extLst>
          </p:cNvPr>
          <p:cNvSpPr txBox="1"/>
          <p:nvPr/>
        </p:nvSpPr>
        <p:spPr>
          <a:xfrm>
            <a:off x="1165412" y="1945341"/>
            <a:ext cx="348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Travelers </a:t>
            </a:r>
            <a:r>
              <a:rPr lang="en-US" dirty="0" err="1"/>
              <a:t>favour</a:t>
            </a:r>
            <a:r>
              <a:rPr lang="en-US" dirty="0"/>
              <a:t> short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frequent bookings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business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feel stressed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Perk offers convenient breakfast or dinner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Perk advantageous for travelers with limited time.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D75B08-366E-4CAB-C3E0-DB02E7B33BCA}"/>
              </a:ext>
            </a:extLst>
          </p:cNvPr>
          <p:cNvSpPr/>
          <p:nvPr/>
        </p:nvSpPr>
        <p:spPr>
          <a:xfrm>
            <a:off x="9628094" y="4105836"/>
            <a:ext cx="1021976" cy="761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8254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27F2-F8C4-8384-351D-1DA1C464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0C10-9F74-0768-F5EE-04CA6C88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4: Free Checked Bag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8B0A1F-6202-0950-D201-CCB5C6AE8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35" y="1386520"/>
            <a:ext cx="9185800" cy="5246323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656320F-0637-5504-9E1D-492C3B07BEDC}"/>
              </a:ext>
            </a:extLst>
          </p:cNvPr>
          <p:cNvSpPr/>
          <p:nvPr/>
        </p:nvSpPr>
        <p:spPr>
          <a:xfrm>
            <a:off x="8576198" y="1613648"/>
            <a:ext cx="1173339" cy="47487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E89323-2A30-7E84-A539-11BE2E272D6F}"/>
              </a:ext>
            </a:extLst>
          </p:cNvPr>
          <p:cNvSpPr/>
          <p:nvPr/>
        </p:nvSpPr>
        <p:spPr>
          <a:xfrm>
            <a:off x="8576198" y="2535041"/>
            <a:ext cx="1183722" cy="9476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46BB70-0AC4-9E2F-39E1-6B66451BA274}"/>
              </a:ext>
            </a:extLst>
          </p:cNvPr>
          <p:cNvSpPr/>
          <p:nvPr/>
        </p:nvSpPr>
        <p:spPr>
          <a:xfrm>
            <a:off x="8576198" y="5178788"/>
            <a:ext cx="1183722" cy="9476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954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B9AC-7F09-47E3-AD08-CFE9F2F3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B921-1BA0-DA48-DC65-630971AA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4: Free Checked Bag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A48DA-2914-2524-37A4-40505D29F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364" y="1547253"/>
            <a:ext cx="7930636" cy="452945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627787F-ECBB-9321-CEE0-8DE0C7848CF2}"/>
              </a:ext>
            </a:extLst>
          </p:cNvPr>
          <p:cNvSpPr/>
          <p:nvPr/>
        </p:nvSpPr>
        <p:spPr>
          <a:xfrm>
            <a:off x="10252705" y="1730188"/>
            <a:ext cx="1013012" cy="41327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F83E23-44D6-064E-37ED-433D20BA5682}"/>
              </a:ext>
            </a:extLst>
          </p:cNvPr>
          <p:cNvSpPr/>
          <p:nvPr/>
        </p:nvSpPr>
        <p:spPr>
          <a:xfrm>
            <a:off x="10252705" y="2568389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3D4245-63D5-4C75-E9DF-6FA91AD594A1}"/>
              </a:ext>
            </a:extLst>
          </p:cNvPr>
          <p:cNvSpPr/>
          <p:nvPr/>
        </p:nvSpPr>
        <p:spPr>
          <a:xfrm>
            <a:off x="10252705" y="4826653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6094E-F36D-DEB4-323D-5F495258B3D7}"/>
              </a:ext>
            </a:extLst>
          </p:cNvPr>
          <p:cNvSpPr txBox="1"/>
          <p:nvPr/>
        </p:nvSpPr>
        <p:spPr>
          <a:xfrm>
            <a:off x="1147482" y="1927412"/>
            <a:ext cx="30121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Travelers show interest in saving money + checking in bags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Perk allows for a welcoming money-saving deal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Relatively Similar to Cluster 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701B8B-76D3-0354-03DA-75775FB19FC8}"/>
              </a:ext>
            </a:extLst>
          </p:cNvPr>
          <p:cNvSpPr/>
          <p:nvPr/>
        </p:nvSpPr>
        <p:spPr>
          <a:xfrm>
            <a:off x="10252705" y="3307976"/>
            <a:ext cx="1021976" cy="82475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1DD57F-0822-40A5-DD92-4E248CC913DD}"/>
              </a:ext>
            </a:extLst>
          </p:cNvPr>
          <p:cNvSpPr/>
          <p:nvPr/>
        </p:nvSpPr>
        <p:spPr>
          <a:xfrm>
            <a:off x="10243741" y="1789299"/>
            <a:ext cx="1021976" cy="82475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893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7DFF9-07B5-5EC1-352C-58293A8C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Cluster Sizes</a:t>
            </a:r>
            <a:endParaRPr lang="LID4096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D038-7B56-7FA5-8B3E-A951407EC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Cluster 2 (One Night Free Hotel With Flight): 1270 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Cluster 4 (Free Checked Bag): 1165 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Cluster 3 (Free Hotel Meal): 1088 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Cluster 0 (Free Cancellation): 973 </a:t>
            </a:r>
          </a:p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Cluster 1 (Exclusive Discounts): 490</a:t>
            </a:r>
            <a:endParaRPr lang="LID4096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2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9C0E9-E3B4-F6AF-BE46-B6D4D508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B4CD1E5-2387-3413-49C8-9644E9215C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272317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793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66F45-97A1-F3EC-6159-324C0C03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2DF1A-473E-3158-3DC5-0AAEC7E2E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Recommendations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06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CE205-31D1-A42D-51B1-AE8ACBE9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Combining Clusters/Perks</a:t>
            </a:r>
            <a:endParaRPr lang="LID4096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7E5457-E957-2E89-B8D5-3501280A2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7511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1255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BB190-3D6D-D32C-E4BE-B35032CF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Clusters have similarities: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895687-18B8-ADF0-D832-99EF427F5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9272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1A3D07D-A3DF-1ED1-0598-784B7BF715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95" y="1636651"/>
            <a:ext cx="9274146" cy="529678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3FABBBB-65F2-895A-F6BA-73594C8F5AED}"/>
              </a:ext>
            </a:extLst>
          </p:cNvPr>
          <p:cNvSpPr/>
          <p:nvPr/>
        </p:nvSpPr>
        <p:spPr>
          <a:xfrm>
            <a:off x="5867068" y="3673691"/>
            <a:ext cx="2429060" cy="9644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3F2252-974D-EB1E-7EDA-1F61E70E5DFD}"/>
              </a:ext>
            </a:extLst>
          </p:cNvPr>
          <p:cNvSpPr/>
          <p:nvPr/>
        </p:nvSpPr>
        <p:spPr>
          <a:xfrm>
            <a:off x="5867067" y="4507302"/>
            <a:ext cx="2386855" cy="96447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208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6A7E-9175-E185-EC56-24277C2B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A3CD96-673A-D0C7-F9D1-F362A8FE7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7F959C-2CB4-1E81-E46B-A85BC38FF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236408-933A-0945-10C3-B84F2BC92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00044-FA6F-CE7A-A4A4-D18827FAD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DB5C5-19B4-D90E-7D37-048CF846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Clusters have similarities: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FDD513-8939-B68C-351B-CD39CC524A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17903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75B76D3B-71CF-A314-2601-F84955DA3D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094" y="1705847"/>
            <a:ext cx="7930636" cy="452945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4280312-E1F1-EBD8-98D4-BCE4ACB50CE8}"/>
              </a:ext>
            </a:extLst>
          </p:cNvPr>
          <p:cNvSpPr/>
          <p:nvPr/>
        </p:nvSpPr>
        <p:spPr>
          <a:xfrm>
            <a:off x="8298400" y="3466570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AB36EC-7B13-4C4B-9BE0-D4FD10E53893}"/>
              </a:ext>
            </a:extLst>
          </p:cNvPr>
          <p:cNvSpPr/>
          <p:nvPr/>
        </p:nvSpPr>
        <p:spPr>
          <a:xfrm>
            <a:off x="4271789" y="3466570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549454-0876-8757-7B49-8B281E1304F0}"/>
              </a:ext>
            </a:extLst>
          </p:cNvPr>
          <p:cNvSpPr/>
          <p:nvPr/>
        </p:nvSpPr>
        <p:spPr>
          <a:xfrm>
            <a:off x="4204447" y="4195484"/>
            <a:ext cx="1089318" cy="82475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D91893-93F3-F850-6042-7AAFA09AAE7F}"/>
              </a:ext>
            </a:extLst>
          </p:cNvPr>
          <p:cNvSpPr/>
          <p:nvPr/>
        </p:nvSpPr>
        <p:spPr>
          <a:xfrm>
            <a:off x="8264729" y="4195484"/>
            <a:ext cx="1089318" cy="82475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665E0B-02CC-5E9C-3252-ABE4AEDE5446}"/>
              </a:ext>
            </a:extLst>
          </p:cNvPr>
          <p:cNvSpPr/>
          <p:nvPr/>
        </p:nvSpPr>
        <p:spPr>
          <a:xfrm>
            <a:off x="4204447" y="1961376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6BDD5C-4608-9066-4E92-99C33CBEFD0E}"/>
              </a:ext>
            </a:extLst>
          </p:cNvPr>
          <p:cNvSpPr/>
          <p:nvPr/>
        </p:nvSpPr>
        <p:spPr>
          <a:xfrm>
            <a:off x="8298400" y="1961376"/>
            <a:ext cx="1021976" cy="8247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261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45408-A625-FAEE-766E-CD0B8E03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Multi-leveled Rewards Program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574A72BA-F504-6B3E-4D44-91E862326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68466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6080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BF520-B920-628E-AB16-F2973FE7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Feedback Mechanism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AE8D7-C012-0FB7-E2ED-1F8BC61F8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98072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71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4D2D0-2691-C1B9-E93C-B9C5DB40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DD5A3F-3C27-C77E-8560-C5CBA71F3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E08D3F-9B9C-F1A4-5AC0-14B227BFF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107BF-A53D-917E-1A6E-7E1A4D7AD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1527EB-ADFE-BAC2-72C5-742140350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EAA915-8484-C578-8C75-48DB8417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B06CAA-C812-9321-26E0-AAA55B230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951D7-6567-C015-BF6A-23467684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Feedback Mechanism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ECE9D8-9744-9591-28B1-E2FEF12632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DF86F30-E797-8B5D-5661-850EEF8FB3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24" y="2371833"/>
            <a:ext cx="7975926" cy="394808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B5DC27-E18D-4DE2-9E5F-6F99196E7573}"/>
              </a:ext>
            </a:extLst>
          </p:cNvPr>
          <p:cNvSpPr/>
          <p:nvPr/>
        </p:nvSpPr>
        <p:spPr>
          <a:xfrm>
            <a:off x="7013275" y="3477400"/>
            <a:ext cx="612476" cy="24058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01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2BC9B-AD8D-7F9E-4E19-371D69D27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Diversify Genders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644E5-39F9-C927-848F-C7AF52ABB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67924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93377F9-849B-BC35-A8AA-5D2AD249D0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644" y="899498"/>
            <a:ext cx="8055544" cy="553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1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24DF-C336-EFFA-6710-28CD0AA1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Promotions for domestic Flights</a:t>
            </a:r>
            <a:endParaRPr lang="LID4096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3B8F18D-EA5F-A7AF-B326-0EC9F5B30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243" y="1825625"/>
            <a:ext cx="6947514" cy="4351338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37E3A-B14C-904A-4EA5-7673107E2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" y="1823481"/>
            <a:ext cx="11499243" cy="393242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93A9331-E054-8308-F87A-BE2A68F0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1" r="64897"/>
          <a:stretch>
            <a:fillRect/>
          </a:stretch>
        </p:blipFill>
        <p:spPr>
          <a:xfrm>
            <a:off x="4077693" y="2286000"/>
            <a:ext cx="4036613" cy="365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2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C9BCB-6C44-8F9B-EB5A-FE12875B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4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Widescreen</PresentationFormat>
  <Paragraphs>139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TravelTide: Customer Insight</vt:lpstr>
      <vt:lpstr>Introduction</vt:lpstr>
      <vt:lpstr>Perks</vt:lpstr>
      <vt:lpstr>Objectives</vt:lpstr>
      <vt:lpstr>Exploratory Data Analysis</vt:lpstr>
      <vt:lpstr>Exploratory Data Analysis</vt:lpstr>
      <vt:lpstr>Exploratory Data Analysis</vt:lpstr>
      <vt:lpstr>Exploratory Data Analysis</vt:lpstr>
      <vt:lpstr>Analysing the Data (Methods Used)</vt:lpstr>
      <vt:lpstr>RFM (Recency, Frequency, Monetary)</vt:lpstr>
      <vt:lpstr>RFM (Recency, Frequency, Monetary)</vt:lpstr>
      <vt:lpstr>RFM (Recency, Frequency, Monetary)</vt:lpstr>
      <vt:lpstr>Customer LifeTime Value</vt:lpstr>
      <vt:lpstr>Customer LifeTime Value</vt:lpstr>
      <vt:lpstr>RFM &amp; CLTV Insights</vt:lpstr>
      <vt:lpstr>K-means</vt:lpstr>
      <vt:lpstr>K-means Based On RFM</vt:lpstr>
      <vt:lpstr>K-means Based On RFM</vt:lpstr>
      <vt:lpstr>K-means Based On RFM</vt:lpstr>
      <vt:lpstr>Findings Based On  K-means</vt:lpstr>
      <vt:lpstr>K-means + Selected Features</vt:lpstr>
      <vt:lpstr>Features Selected:</vt:lpstr>
      <vt:lpstr>Perks:</vt:lpstr>
      <vt:lpstr>K-means + Features Heatmap</vt:lpstr>
      <vt:lpstr>Cluster 0: Free Cancellation</vt:lpstr>
      <vt:lpstr>Cluster 0: Free Cancellation</vt:lpstr>
      <vt:lpstr>Cluster 1: Exclusive Discounts</vt:lpstr>
      <vt:lpstr>Cluster 1: Exclusive Discounts</vt:lpstr>
      <vt:lpstr>Cluster 2: One Night Free Hotel With Flight</vt:lpstr>
      <vt:lpstr>Cluster 2: One Night Free Hotel With Flight</vt:lpstr>
      <vt:lpstr>Cluster 3: Free Hotel Meal</vt:lpstr>
      <vt:lpstr>Cluster 3: Free Hotel Meal</vt:lpstr>
      <vt:lpstr>Cluster 4: Free Checked Bag</vt:lpstr>
      <vt:lpstr>Cluster 4: Free Checked Bag</vt:lpstr>
      <vt:lpstr>Cluster Sizes</vt:lpstr>
      <vt:lpstr>PowerPoint Presentation</vt:lpstr>
      <vt:lpstr>Recommendations</vt:lpstr>
      <vt:lpstr>Combining Clusters/Perks</vt:lpstr>
      <vt:lpstr>Clusters have similarities:</vt:lpstr>
      <vt:lpstr>Clusters have similarities:</vt:lpstr>
      <vt:lpstr>Multi-leveled Rewards Program</vt:lpstr>
      <vt:lpstr>Feedback Mechanism</vt:lpstr>
      <vt:lpstr>Feedback Mechanism</vt:lpstr>
      <vt:lpstr>Diversify Genders</vt:lpstr>
      <vt:lpstr>Special Promotions for domestic Flights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Lode Gijbels</dc:creator>
  <cp:lastModifiedBy>Lode Gijbels</cp:lastModifiedBy>
  <cp:revision>4</cp:revision>
  <dcterms:created xsi:type="dcterms:W3CDTF">2026-01-08T10:10:40Z</dcterms:created>
  <dcterms:modified xsi:type="dcterms:W3CDTF">2026-01-09T18:43:28Z</dcterms:modified>
</cp:coreProperties>
</file>